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F3F5-C89C-1980-6222-80DCEE33E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C0CA8-61D3-E706-5D72-9BE91EF84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350E1-D3CB-8DC4-B2E5-27D64776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418D-C8D5-373A-6AD1-DB8D0AB2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F03EB-BE33-9EC2-DD96-71B7958F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8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0436-FFEC-B093-79A8-8A915C36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ADDB0-D9DF-E92B-E142-7EE199BAD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C4372-B9D7-B2D4-815D-8101FEBE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7E36-DDE3-0902-E755-3ECA588D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522F-CC59-B43E-84BC-3F070789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9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8D70-5E9B-AB71-D33F-7BA9BB25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8A243-D19B-03A2-2822-40A0ED32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62507-A25E-DA15-763E-9A3E7DF7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DA9F8-9A32-C6E7-833E-1A94FB31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7C7BD-5AAF-4B27-64C5-2A60EF40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87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E56D-E139-05C3-17A6-A72C18E7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3B8E5-02A6-1CEB-224C-3B2E711C0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E75ED-C2E1-D750-05D4-E36C5616C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CE5BA-C3FB-C4FC-EAEB-22475DF6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E67A5-826B-CB02-1705-B922DD64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1BD90-D3EB-DF57-1AFA-73073061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96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7FCF-3EDA-4578-EAD3-3D41BA94B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724C-991D-2283-EB95-232A032A7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5FC1D-14DB-02B1-17C2-2B3FB5389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773C6-667F-59DB-1674-087FF89FE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D1E10-7729-EB2A-5FF7-0E096A74B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4F2A9-A42A-B71B-BD57-70D39202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42B84-19F5-7375-D7B9-8C57CFD0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EB1A0-4672-3BF1-F288-2B14C45E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7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32AC-2E5B-A11A-8AC7-1D99FD9C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DE7654-DFAA-27E5-2F82-CE26F8C2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564EB-3D24-7B02-62B3-FAA181DB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F4833-E78F-DF40-1B7B-C4D3A989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2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F7A29-CC00-4288-6B56-E636290F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339F3-4324-8488-FABE-A7FF47EF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7F0D7-39C0-C85B-6A41-9E80DC7D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9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7110-9C08-5718-66E1-9037E3FE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10328-2588-FAD3-CC73-27B7C114A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1D8E8-8D6D-506F-17F7-918A79D81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33671-28C8-8D2C-C60C-088AE7F7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B1863-CC70-A6D6-4E3F-9662FCD2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AFBB5-2B49-AC54-9E70-BA18F690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8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66F7-C030-0AB6-CD13-3E3F7BE2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2AC7D-CC3B-1C9B-BDE5-6307A9929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8C8CB-2DF5-811E-1865-807B22D0E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29038-F360-4465-E735-FEA8A1F9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9801-A6B2-06DA-616D-69446800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32325-00AF-2CDB-BC77-13FEFBA7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293D-3B0A-8D73-7162-07ADFB7D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C43F2-8410-0B8F-AF95-FDE61BA28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2CC46-4B6C-05E4-146B-F2CDA024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15E61-2E06-1E9C-260A-1FD8F12A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2854D-E0F7-6CFF-8DDF-52B54165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3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DFF25-115D-AC51-836A-54576B117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EBDA1-71BC-1B62-422D-4B25BDC4B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ADC2B-D958-4505-692A-154B1834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E0311-7F7B-C4E9-5A42-5997A7CB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1EBA4-FCAA-C516-BF46-DFC3A480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3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A5261-60EA-13DB-E19C-4E942E12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B7CA2-73B4-AB4C-2422-B1329B08A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CD877-F4A7-13E2-AE6E-9D74D07F2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35684-6725-4D56-B625-86E520DB6C1E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7D7A0-0425-65CD-BF1D-D8A8B3F3A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E7855-5BEC-C816-0A9E-88492816A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34AB4-2261-4D02-8F9F-F9B1F9D33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8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024297-E705-21C8-D869-56DBFFBB2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75" y="0"/>
            <a:ext cx="11464450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9935F0-EB0D-41A2-04A1-7BAB685B2664}"/>
              </a:ext>
            </a:extLst>
          </p:cNvPr>
          <p:cNvSpPr/>
          <p:nvPr/>
        </p:nvSpPr>
        <p:spPr>
          <a:xfrm>
            <a:off x="381000" y="2933700"/>
            <a:ext cx="11449050" cy="122872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7B15AA-5B0B-A8A7-A3ED-C8D7401E3C40}"/>
              </a:ext>
            </a:extLst>
          </p:cNvPr>
          <p:cNvSpPr/>
          <p:nvPr/>
        </p:nvSpPr>
        <p:spPr>
          <a:xfrm>
            <a:off x="363775" y="85725"/>
            <a:ext cx="11449050" cy="2847975"/>
          </a:xfrm>
          <a:prstGeom prst="rect">
            <a:avLst/>
          </a:prstGeom>
          <a:blipFill dpi="0" rotWithShape="1">
            <a:blip r:embed="rId3">
              <a:alphaModFix amt="72000"/>
            </a:blip>
            <a:srcRect/>
            <a:tile tx="0" ty="0" sx="100000" sy="100000" flip="none" algn="tl"/>
          </a:blip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B28D8C-C2E8-98CE-6841-A914AF0952AF}"/>
              </a:ext>
            </a:extLst>
          </p:cNvPr>
          <p:cNvSpPr/>
          <p:nvPr/>
        </p:nvSpPr>
        <p:spPr>
          <a:xfrm>
            <a:off x="396400" y="4162427"/>
            <a:ext cx="11449050" cy="2695574"/>
          </a:xfrm>
          <a:prstGeom prst="rect">
            <a:avLst/>
          </a:prstGeom>
          <a:blipFill dpi="0" rotWithShape="1">
            <a:blip r:embed="rId3">
              <a:alphaModFix amt="72000"/>
            </a:blip>
            <a:srcRect/>
            <a:tile tx="0" ty="0" sx="100000" sy="100000" flip="none" algn="tl"/>
          </a:blip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RTR Logo">
            <a:extLst>
              <a:ext uri="{FF2B5EF4-FFF2-40B4-BE49-F238E27FC236}">
                <a16:creationId xmlns:a16="http://schemas.microsoft.com/office/drawing/2014/main" id="{B4D6B4D2-78AB-6F22-6259-6A6F1B1A6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879" y="882014"/>
            <a:ext cx="3783715" cy="16459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B6E0410-8C7B-36B7-7A5A-47795E1B9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5" y="1004254"/>
            <a:ext cx="4572000" cy="10769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37722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Sage</dc:creator>
  <cp:lastModifiedBy>Jeff Sage</cp:lastModifiedBy>
  <cp:revision>2</cp:revision>
  <dcterms:created xsi:type="dcterms:W3CDTF">2025-07-21T17:46:29Z</dcterms:created>
  <dcterms:modified xsi:type="dcterms:W3CDTF">2025-07-29T16:45:17Z</dcterms:modified>
</cp:coreProperties>
</file>