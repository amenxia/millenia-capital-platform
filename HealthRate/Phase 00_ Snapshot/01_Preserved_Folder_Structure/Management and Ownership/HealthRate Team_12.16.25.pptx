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8" r:id="rId2"/>
    <p:sldId id="2642" r:id="rId3"/>
    <p:sldId id="2683" r:id="rId4"/>
    <p:sldId id="2666" r:id="rId5"/>
  </p:sldIdLst>
  <p:sldSz cx="24377650" cy="13716000"/>
  <p:notesSz cx="6858000" cy="9313863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36" userDrawn="1">
          <p15:clr>
            <a:srgbClr val="A4A3A4"/>
          </p15:clr>
        </p15:guide>
        <p15:guide id="4" pos="14777" userDrawn="1">
          <p15:clr>
            <a:srgbClr val="A4A3A4"/>
          </p15:clr>
        </p15:guide>
        <p15:guide id="6" pos="557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10" pos="6998" userDrawn="1">
          <p15:clr>
            <a:srgbClr val="A4A3A4"/>
          </p15:clr>
        </p15:guide>
        <p15:guide id="11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dim Dianov" initials="VD" lastIdx="0" clrIdx="0">
    <p:extLst>
      <p:ext uri="{19B8F6BF-5375-455C-9EA6-DF929625EA0E}">
        <p15:presenceInfo xmlns:p15="http://schemas.microsoft.com/office/powerpoint/2012/main" userId="c0e40506cef35c6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2A60A0"/>
    <a:srgbClr val="0C276D"/>
    <a:srgbClr val="97B8CD"/>
    <a:srgbClr val="E7E9EF"/>
    <a:srgbClr val="7294C0"/>
    <a:srgbClr val="2960A1"/>
    <a:srgbClr val="C4D4E5"/>
    <a:srgbClr val="64B3C1"/>
    <a:srgbClr val="9A9A9A"/>
    <a:srgbClr val="0C27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353B2D-E1AB-40DB-AEE9-FCB16E5DA2F5}" v="398" dt="2025-12-16T19:36:38.543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3694" autoAdjust="0"/>
  </p:normalViewPr>
  <p:slideViewPr>
    <p:cSldViewPr snapToObjects="1">
      <p:cViewPr varScale="1">
        <p:scale>
          <a:sx n="37" d="100"/>
          <a:sy n="37" d="100"/>
        </p:scale>
        <p:origin x="1062" y="264"/>
      </p:cViewPr>
      <p:guideLst>
        <p:guide orient="horz" pos="8136"/>
        <p:guide pos="14777"/>
        <p:guide pos="557"/>
        <p:guide orient="horz" pos="504"/>
        <p:guide pos="6998"/>
        <p:guide orient="horz" pos="4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notesViewPr>
    <p:cSldViewPr snapToObjects="1" showGuides="1">
      <p:cViewPr varScale="1">
        <p:scale>
          <a:sx n="87" d="100"/>
          <a:sy n="87" d="100"/>
        </p:scale>
        <p:origin x="2982" y="90"/>
      </p:cViewPr>
      <p:guideLst>
        <p:guide orient="horz" pos="2934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Sherrard" userId="eb690ae9-1187-4a44-8e37-226a880420ad" providerId="ADAL" clId="{E54F28A8-836C-4E02-96F6-640733D8B01F}"/>
    <pc:docChg chg="undo custSel modSld">
      <pc:chgData name="Tom Sherrard" userId="eb690ae9-1187-4a44-8e37-226a880420ad" providerId="ADAL" clId="{E54F28A8-836C-4E02-96F6-640733D8B01F}" dt="2025-12-16T19:36:51.692" v="499" actId="1035"/>
      <pc:docMkLst>
        <pc:docMk/>
      </pc:docMkLst>
      <pc:sldChg chg="addSp delSp modSp mod">
        <pc:chgData name="Tom Sherrard" userId="eb690ae9-1187-4a44-8e37-226a880420ad" providerId="ADAL" clId="{E54F28A8-836C-4E02-96F6-640733D8B01F}" dt="2025-12-16T19:36:51.692" v="499" actId="1035"/>
        <pc:sldMkLst>
          <pc:docMk/>
          <pc:sldMk cId="264960650" sldId="2642"/>
        </pc:sldMkLst>
        <pc:spChg chg="mod">
          <ac:chgData name="Tom Sherrard" userId="eb690ae9-1187-4a44-8e37-226a880420ad" providerId="ADAL" clId="{E54F28A8-836C-4E02-96F6-640733D8B01F}" dt="2025-12-16T19:35:55.171" v="471" actId="1038"/>
          <ac:spMkLst>
            <pc:docMk/>
            <pc:sldMk cId="264960650" sldId="2642"/>
            <ac:spMk id="2" creationId="{A1FAB728-013E-26D6-ADD7-E3C2EBE17CB0}"/>
          </ac:spMkLst>
        </pc:spChg>
        <pc:spChg chg="del">
          <ac:chgData name="Tom Sherrard" userId="eb690ae9-1187-4a44-8e37-226a880420ad" providerId="ADAL" clId="{E54F28A8-836C-4E02-96F6-640733D8B01F}" dt="2025-12-16T19:34:56.737" v="89" actId="478"/>
          <ac:spMkLst>
            <pc:docMk/>
            <pc:sldMk cId="264960650" sldId="2642"/>
            <ac:spMk id="6" creationId="{C4A4F592-642E-5AAE-397D-6C9ECC9FCFDD}"/>
          </ac:spMkLst>
        </pc:spChg>
        <pc:spChg chg="add del">
          <ac:chgData name="Tom Sherrard" userId="eb690ae9-1187-4a44-8e37-226a880420ad" providerId="ADAL" clId="{E54F28A8-836C-4E02-96F6-640733D8B01F}" dt="2025-12-16T19:33:04.772" v="1" actId="22"/>
          <ac:spMkLst>
            <pc:docMk/>
            <pc:sldMk cId="264960650" sldId="2642"/>
            <ac:spMk id="9" creationId="{2F7A8107-4B17-E195-456A-A831692AE148}"/>
          </ac:spMkLst>
        </pc:spChg>
        <pc:spChg chg="add del mod">
          <ac:chgData name="Tom Sherrard" userId="eb690ae9-1187-4a44-8e37-226a880420ad" providerId="ADAL" clId="{E54F28A8-836C-4E02-96F6-640733D8B01F}" dt="2025-12-16T19:34:29.989" v="78"/>
          <ac:spMkLst>
            <pc:docMk/>
            <pc:sldMk cId="264960650" sldId="2642"/>
            <ac:spMk id="11" creationId="{3794C0DF-4F1A-0F98-4AB0-0702FB42D5E9}"/>
          </ac:spMkLst>
        </pc:spChg>
        <pc:spChg chg="mod">
          <ac:chgData name="Tom Sherrard" userId="eb690ae9-1187-4a44-8e37-226a880420ad" providerId="ADAL" clId="{E54F28A8-836C-4E02-96F6-640733D8B01F}" dt="2025-12-16T19:36:10.894" v="483" actId="20577"/>
          <ac:spMkLst>
            <pc:docMk/>
            <pc:sldMk cId="264960650" sldId="2642"/>
            <ac:spMk id="35" creationId="{75E8DAB9-B5E4-A547-AB96-0E6F3372FBB6}"/>
          </ac:spMkLst>
        </pc:spChg>
        <pc:spChg chg="mod">
          <ac:chgData name="Tom Sherrard" userId="eb690ae9-1187-4a44-8e37-226a880420ad" providerId="ADAL" clId="{E54F28A8-836C-4E02-96F6-640733D8B01F}" dt="2025-12-16T19:36:34.569" v="494" actId="1037"/>
          <ac:spMkLst>
            <pc:docMk/>
            <pc:sldMk cId="264960650" sldId="2642"/>
            <ac:spMk id="38" creationId="{0AE94B2A-792D-364E-9827-72F0BEF84ACA}"/>
          </ac:spMkLst>
        </pc:spChg>
        <pc:spChg chg="mod">
          <ac:chgData name="Tom Sherrard" userId="eb690ae9-1187-4a44-8e37-226a880420ad" providerId="ADAL" clId="{E54F28A8-836C-4E02-96F6-640733D8B01F}" dt="2025-12-16T19:36:38.543" v="495" actId="1038"/>
          <ac:spMkLst>
            <pc:docMk/>
            <pc:sldMk cId="264960650" sldId="2642"/>
            <ac:spMk id="39" creationId="{8F82A87F-DCA6-423E-93DC-39AD3D66557A}"/>
          </ac:spMkLst>
        </pc:spChg>
        <pc:spChg chg="mod">
          <ac:chgData name="Tom Sherrard" userId="eb690ae9-1187-4a44-8e37-226a880420ad" providerId="ADAL" clId="{E54F28A8-836C-4E02-96F6-640733D8B01F}" dt="2025-12-16T19:36:38.543" v="495" actId="1038"/>
          <ac:spMkLst>
            <pc:docMk/>
            <pc:sldMk cId="264960650" sldId="2642"/>
            <ac:spMk id="40" creationId="{F8CD4F49-BFD9-4289-ABBB-D771881DABBF}"/>
          </ac:spMkLst>
        </pc:spChg>
        <pc:spChg chg="mod">
          <ac:chgData name="Tom Sherrard" userId="eb690ae9-1187-4a44-8e37-226a880420ad" providerId="ADAL" clId="{E54F28A8-836C-4E02-96F6-640733D8B01F}" dt="2025-12-16T19:36:34.569" v="494" actId="1037"/>
          <ac:spMkLst>
            <pc:docMk/>
            <pc:sldMk cId="264960650" sldId="2642"/>
            <ac:spMk id="41" creationId="{0DB0A85C-9A16-0541-91CE-96ADA0027690}"/>
          </ac:spMkLst>
        </pc:spChg>
        <pc:spChg chg="del">
          <ac:chgData name="Tom Sherrard" userId="eb690ae9-1187-4a44-8e37-226a880420ad" providerId="ADAL" clId="{E54F28A8-836C-4E02-96F6-640733D8B01F}" dt="2025-12-16T19:34:55.322" v="88" actId="478"/>
          <ac:spMkLst>
            <pc:docMk/>
            <pc:sldMk cId="264960650" sldId="2642"/>
            <ac:spMk id="45" creationId="{0E184E60-4775-D348-8721-59327B93263E}"/>
          </ac:spMkLst>
        </pc:spChg>
        <pc:grpChg chg="mod">
          <ac:chgData name="Tom Sherrard" userId="eb690ae9-1187-4a44-8e37-226a880420ad" providerId="ADAL" clId="{E54F28A8-836C-4E02-96F6-640733D8B01F}" dt="2025-12-16T19:36:34.569" v="494" actId="1037"/>
          <ac:grpSpMkLst>
            <pc:docMk/>
            <pc:sldMk cId="264960650" sldId="2642"/>
            <ac:grpSpMk id="37" creationId="{1D117177-C565-0E47-9E29-B25D88D36EB5}"/>
          </ac:grpSpMkLst>
        </pc:grpChg>
        <pc:grpChg chg="mod">
          <ac:chgData name="Tom Sherrard" userId="eb690ae9-1187-4a44-8e37-226a880420ad" providerId="ADAL" clId="{E54F28A8-836C-4E02-96F6-640733D8B01F}" dt="2025-12-16T19:36:38.543" v="495" actId="1038"/>
          <ac:grpSpMkLst>
            <pc:docMk/>
            <pc:sldMk cId="264960650" sldId="2642"/>
            <ac:grpSpMk id="44" creationId="{5CE17932-75D8-466D-87DB-019345BAC5C7}"/>
          </ac:grpSpMkLst>
        </pc:grpChg>
        <pc:picChg chg="mod">
          <ac:chgData name="Tom Sherrard" userId="eb690ae9-1187-4a44-8e37-226a880420ad" providerId="ADAL" clId="{E54F28A8-836C-4E02-96F6-640733D8B01F}" dt="2025-12-16T19:36:51.692" v="499" actId="1035"/>
          <ac:picMkLst>
            <pc:docMk/>
            <pc:sldMk cId="264960650" sldId="2642"/>
            <ac:picMk id="7" creationId="{68D78A45-C9F6-5740-8CDF-A333FA5478FB}"/>
          </ac:picMkLst>
        </pc:picChg>
        <pc:picChg chg="mod">
          <ac:chgData name="Tom Sherrard" userId="eb690ae9-1187-4a44-8e37-226a880420ad" providerId="ADAL" clId="{E54F28A8-836C-4E02-96F6-640733D8B01F}" dt="2025-12-16T19:36:34.569" v="494" actId="1037"/>
          <ac:picMkLst>
            <pc:docMk/>
            <pc:sldMk cId="264960650" sldId="2642"/>
            <ac:picMk id="12" creationId="{15FEA5B0-7043-A14C-8E35-C4F431AB8883}"/>
          </ac:picMkLst>
        </pc:picChg>
        <pc:picChg chg="add mod">
          <ac:chgData name="Tom Sherrard" userId="eb690ae9-1187-4a44-8e37-226a880420ad" providerId="ADAL" clId="{E54F28A8-836C-4E02-96F6-640733D8B01F}" dt="2025-12-16T19:35:55.171" v="471" actId="1038"/>
          <ac:picMkLst>
            <pc:docMk/>
            <pc:sldMk cId="264960650" sldId="2642"/>
            <ac:picMk id="14" creationId="{431910DD-A507-CDFB-9F2E-133DFDF4878E}"/>
          </ac:picMkLst>
        </pc:picChg>
        <pc:picChg chg="del">
          <ac:chgData name="Tom Sherrard" userId="eb690ae9-1187-4a44-8e37-226a880420ad" providerId="ADAL" clId="{E54F28A8-836C-4E02-96F6-640733D8B01F}" dt="2025-12-16T19:34:22.009" v="77" actId="478"/>
          <ac:picMkLst>
            <pc:docMk/>
            <pc:sldMk cId="264960650" sldId="2642"/>
            <ac:picMk id="15" creationId="{938028D6-48DA-D64C-961C-5A92831D2E8F}"/>
          </ac:picMkLst>
        </pc:picChg>
        <pc:picChg chg="del">
          <ac:chgData name="Tom Sherrard" userId="eb690ae9-1187-4a44-8e37-226a880420ad" providerId="ADAL" clId="{E54F28A8-836C-4E02-96F6-640733D8B01F}" dt="2025-12-16T19:34:53.651" v="87" actId="478"/>
          <ac:picMkLst>
            <pc:docMk/>
            <pc:sldMk cId="264960650" sldId="2642"/>
            <ac:picMk id="43" creationId="{875338E4-2325-C540-93ED-459F4F9FCBC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7A611-2048-4605-8D03-E3095CC75915}" type="datetimeFigureOut">
              <a:rPr lang="ru-RU" smtClean="0"/>
              <a:pPr/>
              <a:t>16.12.2025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846553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846553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5B5DF-ECC1-4884-9553-BC4B4E4A44C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355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98500"/>
            <a:ext cx="62071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553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3"/>
            <a:ext cx="2971800" cy="4656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36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7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541E0-F91B-4F74-BE17-E965478025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4695" y="1002890"/>
            <a:ext cx="22168260" cy="1171022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928708"/>
      </p:ext>
    </p:extLst>
  </p:cSld>
  <p:clrMapOvr>
    <a:masterClrMapping/>
  </p:clrMapOvr>
  <p:transition spd="slow" advClick="0" advTm="1000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55E5DE-5421-4B8C-A881-46EF8A6EBE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21552" y="4876653"/>
            <a:ext cx="6056097" cy="883934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680479"/>
      </p:ext>
    </p:extLst>
  </p:cSld>
  <p:clrMapOvr>
    <a:masterClrMapping/>
  </p:clrMapOvr>
  <p:transition spd="slow" advClick="0" advTm="1000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767906"/>
      </p:ext>
    </p:extLst>
  </p:cSld>
  <p:clrMapOvr>
    <a:masterClrMapping/>
  </p:clrMapOvr>
  <p:transition spd="slow" advClick="0" advTm="1000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70A35-E71E-4E02-873B-6EB2710FF2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97024" y="9525000"/>
            <a:ext cx="18135599" cy="4191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360128"/>
      </p:ext>
    </p:extLst>
  </p:cSld>
  <p:clrMapOvr>
    <a:masterClrMapping/>
  </p:clrMapOvr>
  <p:transition spd="slow" advClick="0" advTm="1000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04424A9-01FF-43A9-B69C-9227F17289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9732621" cy="685799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482088"/>
      </p:ext>
    </p:extLst>
  </p:cSld>
  <p:clrMapOvr>
    <a:masterClrMapping/>
  </p:clrMapOvr>
  <p:transition spd="slow" advClick="0" advTm="1000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F595E-0799-4278-ACD9-2BD69540AF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88825" y="0"/>
            <a:ext cx="12188826" cy="686248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141386"/>
      </p:ext>
    </p:extLst>
  </p:cSld>
  <p:clrMapOvr>
    <a:masterClrMapping/>
  </p:clrMapOvr>
  <p:transition spd="slow" advClick="0" advTm="1000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E5ED7C-9622-4AEA-A4E8-BE585D6842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862489"/>
            <a:ext cx="12188825" cy="685351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86683"/>
      </p:ext>
    </p:extLst>
  </p:cSld>
  <p:clrMapOvr>
    <a:masterClrMapping/>
  </p:clrMapOvr>
  <p:transition spd="slow" advClick="0" advTm="1000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263553D-4BE0-469E-AF3F-1C864ECFBD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3178" y="5612102"/>
            <a:ext cx="12155846" cy="81038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917224"/>
      </p:ext>
    </p:extLst>
  </p:cSld>
  <p:clrMapOvr>
    <a:masterClrMapping/>
  </p:clrMapOvr>
  <p:transition spd="slow" advClick="0" advTm="1000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2862D51-B2C9-4DA3-9FC1-5CA10F2978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551025" y="5650202"/>
            <a:ext cx="9826624" cy="80657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1A9656-62A9-4578-BB7E-29CF845ED2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3178" y="0"/>
            <a:ext cx="12155846" cy="81038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85440"/>
      </p:ext>
    </p:extLst>
  </p:cSld>
  <p:clrMapOvr>
    <a:masterClrMapping/>
  </p:clrMapOvr>
  <p:transition spd="slow" advClick="0" advTm="1000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32A35DB-8F4B-4D00-9035-84F3C73D34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51026" y="0"/>
            <a:ext cx="9826623" cy="80657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EB10E16D-A608-44ED-8BE4-7111829074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0002" y="5650202"/>
            <a:ext cx="12155846" cy="80657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957539"/>
      </p:ext>
    </p:extLst>
  </p:cSld>
  <p:clrMapOvr>
    <a:masterClrMapping/>
  </p:clrMapOvr>
  <p:transition spd="slow" advClick="0" advTm="1000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4032D-3ADE-4F68-AA96-2267242106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93927" y="0"/>
            <a:ext cx="9483722" cy="790772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C0D2747-9C40-4FFA-B222-31B7204DB6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174" y="7907726"/>
            <a:ext cx="14897101" cy="584637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580390"/>
      </p:ext>
    </p:extLst>
  </p:cSld>
  <p:clrMapOvr>
    <a:masterClrMapping/>
  </p:clrMapOvr>
  <p:transition spd="slow" advClick="0" advTm="1000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3B3977-E7BC-4867-B2CC-7C1870487A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93928" y="-1"/>
            <a:ext cx="9483722" cy="1371599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023784"/>
      </p:ext>
    </p:extLst>
  </p:cSld>
  <p:clrMapOvr>
    <a:masterClrMapping/>
  </p:clrMapOvr>
  <p:transition spd="slow" advClick="0" advTm="1000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56DB90-15F5-4E36-B1DA-68553C9D96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" y="0"/>
            <a:ext cx="8125883" cy="1371599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86C16D2-60C4-4B5B-9DFA-AFAD735AF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22706" y="0"/>
            <a:ext cx="8125883" cy="1371599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4505227-3902-416C-A115-6737AFD8A7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42237" y="0"/>
            <a:ext cx="8125883" cy="1371599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792720"/>
      </p:ext>
    </p:extLst>
  </p:cSld>
  <p:clrMapOvr>
    <a:masterClrMapping/>
  </p:clrMapOvr>
  <p:transition spd="slow" advClick="0" advTm="1000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AD776-EC6F-4E01-93DA-D1A4F037A3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49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035029"/>
      </p:ext>
    </p:extLst>
  </p:cSld>
  <p:clrMapOvr>
    <a:masterClrMapping/>
  </p:clrMapOvr>
  <p:transition spd="slow" advClick="0" advTm="1000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78F8A87-0D3C-4835-8E94-C1463994A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6102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6BDA02A8-EBDE-43F7-B6B4-081CDC3A0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28202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B00EC06-B140-4D08-B5A1-D063A74088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782379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E58582-3F38-481E-8D39-56EC30CC1F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84002" y="5637016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71999"/>
      </p:ext>
    </p:extLst>
  </p:cSld>
  <p:clrMapOvr>
    <a:masterClrMapping/>
  </p:clrMapOvr>
  <p:transition spd="slow" advClick="0" advTm="1000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6198788-AFF9-4E05-AF04-93C319F5A6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93224" y="5562599"/>
            <a:ext cx="5948723" cy="601979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053343"/>
      </p:ext>
    </p:extLst>
  </p:cSld>
  <p:clrMapOvr>
    <a:masterClrMapping/>
  </p:clrMapOvr>
  <p:transition spd="slow" advClick="0" advTm="1000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95BA1982-CA78-4EAD-B0C7-1F10B49BCE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87625" y="5198806"/>
            <a:ext cx="4761104" cy="4761104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0D0BE03-0C95-4B1D-9413-075B157AF0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89466" y="5198806"/>
            <a:ext cx="4761104" cy="4761104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F9CA010-7949-4D55-82C5-9EB5F0FED3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863373" y="5198806"/>
            <a:ext cx="4761104" cy="4761104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525700"/>
      </p:ext>
    </p:extLst>
  </p:cSld>
  <p:clrMapOvr>
    <a:masterClrMapping/>
  </p:clrMapOvr>
  <p:transition spd="slow" advClick="0" advTm="1000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6A8E1AD-FE8D-45ED-9E36-0AF203FCB9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13598" y="9670209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9671896-D212-4472-A852-0977E24BD5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13598" y="2136358"/>
            <a:ext cx="690583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46943"/>
      </p:ext>
    </p:extLst>
  </p:cSld>
  <p:clrMapOvr>
    <a:masterClrMapping/>
  </p:clrMapOvr>
  <p:transition spd="slow" advClick="0" advTm="1000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619F66-3045-482D-88E2-498AA5492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7598" y="2136358"/>
            <a:ext cx="680126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5CED58F-5EA6-41DD-975C-60743164C7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7598" y="9670208"/>
            <a:ext cx="680126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7AE6F5BB-583C-4B57-A9FB-5C629A661B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83625" y="-1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D5E161B-6F6D-4BB6-9B4C-9B11C4E82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83625" y="4648199"/>
            <a:ext cx="690583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14FF0B3-9C12-49DC-83C1-8225671AA8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88761" y="6715945"/>
            <a:ext cx="6961291" cy="700005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887939"/>
      </p:ext>
    </p:extLst>
  </p:cSld>
  <p:clrMapOvr>
    <a:masterClrMapping/>
  </p:clrMapOvr>
  <p:transition spd="slow" advClick="0" advTm="1000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354373"/>
      </p:ext>
    </p:extLst>
  </p:cSld>
  <p:clrMapOvr>
    <a:masterClrMapping/>
  </p:clrMapOvr>
  <p:transition spd="slow" advClick="0" advTm="1000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2C2F-3B91-46A9-A6CC-C330C416F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21166" y="5105400"/>
            <a:ext cx="10062633" cy="461733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398737"/>
      </p:ext>
    </p:extLst>
  </p:cSld>
  <p:clrMapOvr>
    <a:masterClrMapping/>
  </p:clrMapOvr>
  <p:transition spd="slow" advClick="0" advTm="1000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589624"/>
      </p:ext>
    </p:extLst>
  </p:cSld>
  <p:clrMapOvr>
    <a:masterClrMapping/>
  </p:clrMapOvr>
  <p:transition spd="slow" advClick="0" advTm="1000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3756"/>
      </p:ext>
    </p:extLst>
  </p:cSld>
  <p:clrMapOvr>
    <a:masterClrMapping/>
  </p:clrMapOvr>
  <p:transition spd="slow" advClick="0" advTm="1000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757762"/>
      </p:ext>
    </p:extLst>
  </p:cSld>
  <p:clrMapOvr>
    <a:masterClrMapping/>
  </p:clrMapOvr>
  <p:transition spd="slow" advClick="0" advTm="1000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7807C14F-612F-4675-A089-63309D906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81540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CB003F4-1FE6-4A32-8E58-96D595644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693980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2A3BCA8E-278E-4D11-9061-CF8CFBD325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504025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A9911017-6505-479D-B737-303F5874C8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2948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90232"/>
      </p:ext>
    </p:extLst>
  </p:cSld>
  <p:clrMapOvr>
    <a:masterClrMapping/>
  </p:clrMapOvr>
  <p:transition spd="slow" advClick="0" advTm="1000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D4C8474-F9BE-4982-B030-37F00DC4D2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7598" y="5181600"/>
            <a:ext cx="5932027" cy="8534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2791291-4CD9-4E06-9C70-8E49E6516C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16825" y="5181600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1F02F1A-6B64-4365-97B7-888596FB33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16825" y="9682499"/>
            <a:ext cx="6905831" cy="404579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347960"/>
      </p:ext>
    </p:extLst>
  </p:cSld>
  <p:clrMapOvr>
    <a:masterClrMapping/>
  </p:clrMapOvr>
  <p:transition spd="slow" advClick="0" advTm="1000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56F16-849C-4FF9-A318-417A0C5A5D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229600"/>
            <a:ext cx="14703425" cy="5486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9168C00-D8B4-414B-9B79-FBE808B680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703425" y="8229600"/>
            <a:ext cx="9674225" cy="5486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9835"/>
      </p:ext>
    </p:extLst>
  </p:cSld>
  <p:clrMapOvr>
    <a:masterClrMapping/>
  </p:clrMapOvr>
  <p:transition spd="slow" advClick="0" advTm="1000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E33A957-C247-48D7-858D-A2EAEB6070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521450"/>
            <a:ext cx="24377649" cy="62039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039914"/>
      </p:ext>
    </p:extLst>
  </p:cSld>
  <p:clrMapOvr>
    <a:masterClrMapping/>
  </p:clrMapOvr>
  <p:transition spd="slow" advClick="0" advTm="1000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15F30-5DBA-4C9B-9775-1C484D294C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27686"/>
      </p:ext>
    </p:extLst>
  </p:cSld>
  <p:clrMapOvr>
    <a:masterClrMapping/>
  </p:clrMapOvr>
  <p:transition spd="slow" advClick="0" advTm="1000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70F393-B412-4349-81C4-9EF38EA6F8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1426" y="1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8451B18B-CC22-4B76-90BF-A240F861E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6442" y="1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306222A2-FDE9-4339-AF08-2AF3557559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615183" y="1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9218540F-2D8F-41A8-B019-D548E57A3C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1426" y="6849438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81DDC64E-7B56-45E5-9EB7-46506B9A68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66442" y="6849438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2" name="Picture Placeholder 16">
            <a:extLst>
              <a:ext uri="{FF2B5EF4-FFF2-40B4-BE49-F238E27FC236}">
                <a16:creationId xmlns:a16="http://schemas.microsoft.com/office/drawing/2014/main" id="{D5338737-1448-4738-8EEA-3DD38FF9EA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15183" y="6849438"/>
            <a:ext cx="4748741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124599"/>
      </p:ext>
    </p:extLst>
  </p:cSld>
  <p:clrMapOvr>
    <a:masterClrMapping/>
  </p:clrMapOvr>
  <p:transition spd="slow" advClick="0" advTm="1000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78C6ADA-C909-43EA-8913-C94440D933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65767CC-48F1-4E87-BB2B-375CA7C262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42995" y="-1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4D19B77-8EAA-4EE6-A24E-4C717472AE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42995" y="6819858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C7DDE43-46FE-49DA-90F2-1C7A0F0115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48741" y="6819858"/>
            <a:ext cx="4714635" cy="688630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113821"/>
      </p:ext>
    </p:extLst>
  </p:cSld>
  <p:clrMapOvr>
    <a:masterClrMapping/>
  </p:clrMapOvr>
  <p:transition spd="slow" advClick="0" advTm="1000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723952"/>
      </p:ext>
    </p:extLst>
  </p:cSld>
  <p:clrMapOvr>
    <a:masterClrMapping/>
  </p:clrMapOvr>
  <p:transition spd="slow" advClick="0" advTm="1000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4BB91F-C55C-4299-8881-CFE7CC581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5844" y="4837471"/>
            <a:ext cx="7049729" cy="751709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230973"/>
      </p:ext>
    </p:extLst>
  </p:cSld>
  <p:clrMapOvr>
    <a:masterClrMapping/>
  </p:clrMapOvr>
  <p:transition spd="slow" advClick="0" advTm="1000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DF9F98-D129-4DBB-B407-BCAF037790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03625" y="5638800"/>
            <a:ext cx="6477000" cy="64770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545073"/>
      </p:ext>
    </p:extLst>
  </p:cSld>
  <p:clrMapOvr>
    <a:masterClrMapping/>
  </p:clrMapOvr>
  <p:transition spd="slow" advClick="0" advTm="1000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E0E937F-0A59-42EA-9103-2C27A3AE24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13206" y="1752608"/>
            <a:ext cx="5333992" cy="5333992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156080"/>
      </p:ext>
    </p:extLst>
  </p:cSld>
  <p:clrMapOvr>
    <a:masterClrMapping/>
  </p:clrMapOvr>
  <p:transition spd="slow" advClick="0" advTm="1000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1E57512-571D-419E-AB19-74FAF9265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01875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774197"/>
      </p:ext>
    </p:extLst>
  </p:cSld>
  <p:clrMapOvr>
    <a:masterClrMapping/>
  </p:clrMapOvr>
  <p:transition spd="slow" advClick="0" advTm="1000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690499C-F7A7-4D0C-8601-501514412E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01875" y="5334000"/>
            <a:ext cx="2819400" cy="2819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051674"/>
      </p:ext>
    </p:extLst>
  </p:cSld>
  <p:clrMapOvr>
    <a:masterClrMapping/>
  </p:clrMapOvr>
  <p:transition spd="slow" advClick="0" advTm="1000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6B766-E8C3-4943-89FE-B9EDF22C32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44625" y="1600200"/>
            <a:ext cx="21488400" cy="105156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173"/>
      </p:ext>
    </p:extLst>
  </p:cSld>
  <p:clrMapOvr>
    <a:masterClrMapping/>
  </p:clrMapOvr>
  <p:transition spd="slow" advClick="0" advTm="1000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2C15069-9AD1-43B4-9B16-89B1ED7C98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10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9718589-FEE8-44F9-8F24-EE070025312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683895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AA241C0-B873-4D3D-9EEA-6ABB3152F7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80328" y="3810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BC226FB-9427-413C-B4E7-8B6A7C2D0F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80328" y="6838950"/>
            <a:ext cx="12183503" cy="68199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836731"/>
      </p:ext>
    </p:extLst>
  </p:cSld>
  <p:clrMapOvr>
    <a:masterClrMapping/>
  </p:clrMapOvr>
  <p:transition spd="slow" advClick="0" advTm="1000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70F5AF08-639B-4925-B9DE-F81C45A1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11862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190599"/>
      </p:ext>
    </p:extLst>
  </p:cSld>
  <p:clrMapOvr>
    <a:masterClrMapping/>
  </p:clrMapOvr>
  <p:transition spd="slow" advClick="0" advTm="1000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43C0D284-04C5-478E-8AA7-BC62CDD100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41575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531060"/>
      </p:ext>
    </p:extLst>
  </p:cSld>
  <p:clrMapOvr>
    <a:masterClrMapping/>
  </p:clrMapOvr>
  <p:transition spd="slow" advClick="0" advTm="1000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99BFCF7-BA11-48D6-AB39-B91ACB411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11862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692946"/>
      </p:ext>
    </p:extLst>
  </p:cSld>
  <p:clrMapOvr>
    <a:masterClrMapping/>
  </p:clrMapOvr>
  <p:transition spd="slow" advClick="0" advTm="1000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69D13A26-395C-4B03-BC38-2224210D84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41575" y="2441574"/>
            <a:ext cx="8759826" cy="8759826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30796"/>
      </p:ext>
    </p:extLst>
  </p:cSld>
  <p:clrMapOvr>
    <a:masterClrMapping/>
  </p:clrMapOvr>
  <p:transition spd="slow" advClick="0" advTm="1000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C37D5-9378-448F-96DA-4336598DA1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506200"/>
            <a:ext cx="24377650" cy="22098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34529"/>
      </p:ext>
    </p:extLst>
  </p:cSld>
  <p:clrMapOvr>
    <a:masterClrMapping/>
  </p:clrMapOvr>
  <p:transition spd="slow" advClick="0" advTm="1000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BA6A58-302E-4D94-B220-053925CD9F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31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4415DE-1387-470E-8B3E-C9DA9FD3C8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4ED1B53-71FB-4DF7-82FF-336872A3406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123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C442E17-A5A1-4FBF-8F38-AAE7ADDFB2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27025" y="4953000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70B17CB-A553-48B0-9445-395D1021A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1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05EA455C-6463-42BF-BB54-08A39517F6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5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6201C672-6B3C-4DE8-8CBC-E3D57A7797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123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1F81DC61-E170-47F9-9A8F-0B7D3A02604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027025" y="9604469"/>
            <a:ext cx="4343400" cy="297021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107735"/>
      </p:ext>
    </p:extLst>
  </p:cSld>
  <p:clrMapOvr>
    <a:masterClrMapping/>
  </p:clrMapOvr>
  <p:transition spd="slow" advClick="0" advTm="1000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F8231F0-9BE9-4A13-AAEA-977CB7510C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3422" y="0"/>
            <a:ext cx="14644227" cy="6858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682063"/>
      </p:ext>
    </p:extLst>
  </p:cSld>
  <p:clrMapOvr>
    <a:masterClrMapping/>
  </p:clrMapOvr>
  <p:transition spd="slow" advClick="0" advTm="1000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1345394-8D4F-40DB-ACCF-79724D72C8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3168" y="7401232"/>
            <a:ext cx="10065055" cy="631476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648034"/>
      </p:ext>
    </p:extLst>
  </p:cSld>
  <p:clrMapOvr>
    <a:masterClrMapping/>
  </p:clrMapOvr>
  <p:transition spd="slow" advClick="0" advTm="1000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1D91E8B-BBA0-48A2-B764-3508B048D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12625" y="0"/>
            <a:ext cx="868680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776658"/>
      </p:ext>
    </p:extLst>
  </p:cSld>
  <p:clrMapOvr>
    <a:masterClrMapping/>
  </p:clrMapOvr>
  <p:transition spd="slow" advClick="0" advTm="1000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C3FAB3D-E8E4-4F7D-B7DB-6BD2CB9F88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49" cy="92964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891463"/>
      </p:ext>
    </p:extLst>
  </p:cSld>
  <p:clrMapOvr>
    <a:masterClrMapping/>
  </p:clrMapOvr>
  <p:transition spd="slow" advClick="0" advTm="1000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#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EBF73-BDB8-40DA-A6B9-42F27C8E8B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469481"/>
      </p:ext>
    </p:extLst>
  </p:cSld>
  <p:clrMapOvr>
    <a:masterClrMapping/>
  </p:clrMapOvr>
  <p:transition spd="slow" advClick="0" advTm="1000">
    <p:push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720031"/>
      </p:ext>
    </p:extLst>
  </p:cSld>
  <p:clrMapOvr>
    <a:masterClrMapping/>
  </p:clrMapOvr>
  <p:transition spd="slow" advClick="0" advTm="1000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134070"/>
      </p:ext>
    </p:extLst>
  </p:cSld>
  <p:clrMapOvr>
    <a:masterClrMapping/>
  </p:clrMapOvr>
  <p:transition spd="slow" advClick="0" advTm="1000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49199"/>
      </p:ext>
    </p:extLst>
  </p:cSld>
  <p:clrMapOvr>
    <a:masterClrMapping/>
  </p:clrMapOvr>
  <p:transition spd="slow" advClick="0" advTm="1000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986548"/>
      </p:ext>
    </p:extLst>
  </p:cSld>
  <p:clrMapOvr>
    <a:masterClrMapping/>
  </p:clrMapOvr>
  <p:transition spd="slow" advClick="0" advTm="1000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727505"/>
      </p:ext>
    </p:extLst>
  </p:cSld>
  <p:clrMapOvr>
    <a:masterClrMapping/>
  </p:clrMapOvr>
  <p:transition spd="slow" advClick="0" advTm="1000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44247"/>
      </p:ext>
    </p:extLst>
  </p:cSld>
  <p:clrMapOvr>
    <a:masterClrMapping/>
  </p:clrMapOvr>
  <p:transition spd="slow" advClick="0" advTm="1000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626198"/>
      </p:ext>
    </p:extLst>
  </p:cSld>
  <p:clrMapOvr>
    <a:masterClrMapping/>
  </p:clrMapOvr>
  <p:transition spd="slow" advClick="0" advTm="1000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559091"/>
      </p:ext>
    </p:extLst>
  </p:cSld>
  <p:clrMapOvr>
    <a:masterClrMapping/>
  </p:clrMapOvr>
  <p:transition spd="slow" advClick="0" advTm="1000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0204"/>
      </p:ext>
    </p:extLst>
  </p:cSld>
  <p:clrMapOvr>
    <a:masterClrMapping/>
  </p:clrMapOvr>
  <p:transition spd="slow" advClick="0" advTm="1000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30167"/>
      </p:ext>
    </p:extLst>
  </p:cSld>
  <p:clrMapOvr>
    <a:masterClrMapping/>
  </p:clrMapOvr>
  <p:transition spd="slow" advClick="0" advTm="1000">
    <p:push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C12F9-C58B-6241-A38C-852B5061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2485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E5E7C-E6FB-8F4A-8E6A-112A66587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2485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  <p:sldLayoutId id="2147484170" r:id="rId15"/>
    <p:sldLayoutId id="2147484171" r:id="rId16"/>
    <p:sldLayoutId id="2147484172" r:id="rId17"/>
    <p:sldLayoutId id="2147484173" r:id="rId18"/>
    <p:sldLayoutId id="2147484174" r:id="rId19"/>
    <p:sldLayoutId id="2147484175" r:id="rId20"/>
    <p:sldLayoutId id="2147484176" r:id="rId21"/>
    <p:sldLayoutId id="2147484177" r:id="rId22"/>
    <p:sldLayoutId id="2147484178" r:id="rId23"/>
    <p:sldLayoutId id="2147484179" r:id="rId24"/>
    <p:sldLayoutId id="2147484180" r:id="rId25"/>
    <p:sldLayoutId id="2147484181" r:id="rId26"/>
    <p:sldLayoutId id="2147484182" r:id="rId27"/>
    <p:sldLayoutId id="2147484183" r:id="rId28"/>
    <p:sldLayoutId id="2147484184" r:id="rId29"/>
    <p:sldLayoutId id="2147484185" r:id="rId30"/>
    <p:sldLayoutId id="2147484186" r:id="rId31"/>
    <p:sldLayoutId id="2147484187" r:id="rId32"/>
    <p:sldLayoutId id="2147484188" r:id="rId33"/>
    <p:sldLayoutId id="2147484189" r:id="rId34"/>
    <p:sldLayoutId id="2147484190" r:id="rId35"/>
    <p:sldLayoutId id="2147484191" r:id="rId36"/>
    <p:sldLayoutId id="2147484192" r:id="rId37"/>
    <p:sldLayoutId id="2147484193" r:id="rId38"/>
    <p:sldLayoutId id="2147484194" r:id="rId39"/>
    <p:sldLayoutId id="2147484195" r:id="rId40"/>
    <p:sldLayoutId id="2147484196" r:id="rId41"/>
    <p:sldLayoutId id="2147484197" r:id="rId42"/>
    <p:sldLayoutId id="2147484198" r:id="rId43"/>
    <p:sldLayoutId id="2147484199" r:id="rId44"/>
    <p:sldLayoutId id="2147484200" r:id="rId45"/>
    <p:sldLayoutId id="2147484201" r:id="rId46"/>
    <p:sldLayoutId id="2147484202" r:id="rId47"/>
    <p:sldLayoutId id="2147484203" r:id="rId48"/>
    <p:sldLayoutId id="2147484204" r:id="rId49"/>
    <p:sldLayoutId id="2147484205" r:id="rId50"/>
    <p:sldLayoutId id="2147484206" r:id="rId51"/>
    <p:sldLayoutId id="2147484207" r:id="rId52"/>
    <p:sldLayoutId id="2147484208" r:id="rId53"/>
    <p:sldLayoutId id="2147484209" r:id="rId54"/>
    <p:sldLayoutId id="2147484210" r:id="rId55"/>
    <p:sldLayoutId id="2147484211" r:id="rId56"/>
    <p:sldLayoutId id="2147484212" r:id="rId57"/>
    <p:sldLayoutId id="2147484213" r:id="rId58"/>
    <p:sldLayoutId id="2147484214" r:id="rId59"/>
    <p:sldLayoutId id="2147484215" r:id="rId60"/>
  </p:sldLayoutIdLst>
  <p:transition spd="slow" advClick="0" advTm="1000">
    <p:push/>
  </p:transition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b="0" i="0" kern="1200">
          <a:solidFill>
            <a:schemeClr val="tx1"/>
          </a:solidFill>
          <a:latin typeface="Charter Roman" panose="02040503050506020203" pitchFamily="18" charset="0"/>
          <a:ea typeface="Charter Roman" panose="02040503050506020203" pitchFamily="18" charset="0"/>
          <a:cs typeface="Charter Roman" panose="02040503050506020203" pitchFamily="18" charset="0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800" b="0" i="0" kern="1200" dirty="0" smtClean="0">
          <a:solidFill>
            <a:schemeClr val="tx1"/>
          </a:solidFill>
          <a:effectLst/>
          <a:latin typeface="Charter Roman" panose="02040503050506020203" pitchFamily="18" charset="0"/>
          <a:ea typeface="Charter Roman" panose="02040503050506020203" pitchFamily="18" charset="0"/>
          <a:cs typeface="Charter Roman" panose="02040503050506020203" pitchFamily="18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4000" b="1" i="0" kern="1200" spc="300" dirty="0" smtClean="0">
          <a:solidFill>
            <a:schemeClr val="tx1"/>
          </a:solidFill>
          <a:effectLst/>
          <a:latin typeface="Montserrat SemiBold" pitchFamily="2" charset="77"/>
          <a:ea typeface="Montserrat SemiBold" pitchFamily="2" charset="77"/>
          <a:cs typeface="Montserrat SemiBold" pitchFamily="2" charset="77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0" i="0" kern="1200" dirty="0" smtClean="0">
          <a:solidFill>
            <a:schemeClr val="tx1"/>
          </a:solidFill>
          <a:effectLst/>
          <a:latin typeface="Montserrat" pitchFamily="2" charset="77"/>
          <a:ea typeface="Montserrat" pitchFamily="2" charset="77"/>
          <a:cs typeface="Montserrat" pitchFamily="2" charset="77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 smtClean="0">
          <a:solidFill>
            <a:schemeClr val="tx1"/>
          </a:solidFill>
          <a:effectLst/>
          <a:latin typeface="Montserrat" pitchFamily="2" charset="77"/>
          <a:ea typeface="Montserrat" pitchFamily="2" charset="77"/>
          <a:cs typeface="Montserrat" pitchFamily="2" charset="77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>
          <a:solidFill>
            <a:schemeClr val="tx1"/>
          </a:solidFill>
          <a:effectLst/>
          <a:latin typeface="Montserrat" pitchFamily="2" charset="77"/>
          <a:ea typeface="Montserrat" pitchFamily="2" charset="77"/>
          <a:cs typeface="Montserrat" pitchFamily="2" charset="77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hyperlink" Target="https://www.linkedin.com/in/geoff-bartsh/" TargetMode="External"/><Relationship Id="rId3" Type="http://schemas.openxmlformats.org/officeDocument/2006/relationships/image" Target="../media/image7.jpg"/><Relationship Id="rId7" Type="http://schemas.openxmlformats.org/officeDocument/2006/relationships/image" Target="../media/image10.jpeg"/><Relationship Id="rId12" Type="http://schemas.openxmlformats.org/officeDocument/2006/relationships/hyperlink" Target="https://www.linkedin.com/in/paul-stordahl-56a8b211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.jpg"/><Relationship Id="rId11" Type="http://schemas.openxmlformats.org/officeDocument/2006/relationships/hyperlink" Target="https://www.linkedin.com/in/marknathan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8.jpg"/><Relationship Id="rId9" Type="http://schemas.openxmlformats.org/officeDocument/2006/relationships/hyperlink" Target="https://www.linkedin.com/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-up of a doctor's hand touching a tablet&#10;&#10;Description automatically generated">
            <a:extLst>
              <a:ext uri="{FF2B5EF4-FFF2-40B4-BE49-F238E27FC236}">
                <a16:creationId xmlns:a16="http://schemas.microsoft.com/office/drawing/2014/main" id="{C0361797-36CE-8F41-A449-319D47DEA5D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5" b="2335"/>
          <a:stretch>
            <a:fillRect/>
          </a:stretch>
        </p:blipFill>
        <p:spPr>
          <a:xfrm>
            <a:off x="1104900" y="1039813"/>
            <a:ext cx="22167850" cy="11710987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7D8AC1-9BE5-44D6-AF1A-B375827998FD}"/>
              </a:ext>
            </a:extLst>
          </p:cNvPr>
          <p:cNvSpPr/>
          <p:nvPr/>
        </p:nvSpPr>
        <p:spPr>
          <a:xfrm>
            <a:off x="1104900" y="1040580"/>
            <a:ext cx="22168260" cy="11710220"/>
          </a:xfrm>
          <a:prstGeom prst="rect">
            <a:avLst/>
          </a:prstGeom>
          <a:solidFill>
            <a:schemeClr val="accent1">
              <a:lumMod val="40000"/>
              <a:lumOff val="6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45E928-07AB-4C78-A559-3B0F775EC95C}"/>
              </a:ext>
            </a:extLst>
          </p:cNvPr>
          <p:cNvGrpSpPr/>
          <p:nvPr/>
        </p:nvGrpSpPr>
        <p:grpSpPr>
          <a:xfrm>
            <a:off x="2130422" y="5809101"/>
            <a:ext cx="20116802" cy="5029200"/>
            <a:chOff x="6550024" y="4343400"/>
            <a:chExt cx="11277601" cy="5029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FDBE01-DE4A-47F0-8F00-9E65C175295C}"/>
                </a:ext>
              </a:extLst>
            </p:cNvPr>
            <p:cNvSpPr/>
            <p:nvPr/>
          </p:nvSpPr>
          <p:spPr>
            <a:xfrm>
              <a:off x="6550025" y="4343400"/>
              <a:ext cx="11277600" cy="5029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2A7E7D-709C-44A5-A604-FE30F7CF7BD6}"/>
                </a:ext>
              </a:extLst>
            </p:cNvPr>
            <p:cNvSpPr txBox="1"/>
            <p:nvPr/>
          </p:nvSpPr>
          <p:spPr>
            <a:xfrm>
              <a:off x="6550024" y="5389429"/>
              <a:ext cx="11277600" cy="2585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spc="300" dirty="0">
                  <a:solidFill>
                    <a:srgbClr val="0C2773"/>
                  </a:solidFill>
                  <a:latin typeface="Montserrat SemiBold" pitchFamily="2" charset="77"/>
                </a:rPr>
                <a:t>REIMBURSEMENT </a:t>
              </a:r>
            </a:p>
            <a:p>
              <a:pPr algn="ctr"/>
              <a:r>
                <a:rPr lang="en-US" sz="5400" b="1" spc="300" dirty="0">
                  <a:solidFill>
                    <a:srgbClr val="0C2773"/>
                  </a:solidFill>
                  <a:latin typeface="Montserrat SemiBold" pitchFamily="2" charset="77"/>
                </a:rPr>
                <a:t>MODELING &amp; DECISION </a:t>
              </a:r>
            </a:p>
            <a:p>
              <a:pPr algn="ctr"/>
              <a:r>
                <a:rPr lang="en-US" sz="5400" b="1" spc="300" dirty="0">
                  <a:solidFill>
                    <a:srgbClr val="0C2773"/>
                  </a:solidFill>
                  <a:latin typeface="Montserrat SemiBold" pitchFamily="2" charset="77"/>
                </a:rPr>
                <a:t>SUPPORT</a:t>
              </a:r>
              <a:endParaRPr lang="ru-RU" sz="5400" b="1" kern="100" spc="300" dirty="0">
                <a:solidFill>
                  <a:srgbClr val="0C2773"/>
                </a:solidFill>
                <a:latin typeface="Montserrat SemiBold" pitchFamily="2" charset="7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2B0990-00ED-4E77-AB68-9393E67D98CE}"/>
                </a:ext>
              </a:extLst>
            </p:cNvPr>
            <p:cNvSpPr txBox="1"/>
            <p:nvPr/>
          </p:nvSpPr>
          <p:spPr>
            <a:xfrm>
              <a:off x="6550024" y="8479777"/>
              <a:ext cx="11277600" cy="387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35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DATA DRIVEN; AI ENABLED CONTRACT ARBITRAGE</a:t>
              </a:r>
              <a:endParaRPr lang="ru-RU" sz="235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pic>
        <p:nvPicPr>
          <p:cNvPr id="13" name="Picture 12" descr="A blue cross with a graph in a circle&#10;&#10;Description automatically generated">
            <a:extLst>
              <a:ext uri="{FF2B5EF4-FFF2-40B4-BE49-F238E27FC236}">
                <a16:creationId xmlns:a16="http://schemas.microsoft.com/office/drawing/2014/main" id="{0283E8A9-4566-7F4D-8B14-FBE738CEB7E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428" y="2499377"/>
            <a:ext cx="3380790" cy="3309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806BC7-5925-7740-9FE7-4EDBCC2EE0C1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10272255"/>
      </p:ext>
    </p:extLst>
  </p:cSld>
  <p:clrMapOvr>
    <a:masterClrMapping/>
  </p:clrMapOvr>
  <p:transition spd="slow" advClick="0" advTm="1000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291020-3963-46CB-82CF-35405EB11E20}"/>
              </a:ext>
            </a:extLst>
          </p:cNvPr>
          <p:cNvGrpSpPr/>
          <p:nvPr/>
        </p:nvGrpSpPr>
        <p:grpSpPr>
          <a:xfrm>
            <a:off x="1339849" y="1676400"/>
            <a:ext cx="12601575" cy="2240816"/>
            <a:chOff x="2701925" y="2254984"/>
            <a:chExt cx="10325100" cy="22408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5801A0-67CB-4CB8-825D-4171EA0148F4}"/>
                </a:ext>
              </a:extLst>
            </p:cNvPr>
            <p:cNvSpPr txBox="1"/>
            <p:nvPr/>
          </p:nvSpPr>
          <p:spPr>
            <a:xfrm>
              <a:off x="2701925" y="2864584"/>
              <a:ext cx="1032510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kern="100" dirty="0">
                  <a:solidFill>
                    <a:srgbClr val="0C276D"/>
                  </a:solidFill>
                  <a:latin typeface="Charter Roman" panose="02040503050506020203" pitchFamily="18" charset="0"/>
                </a:rPr>
                <a:t>Leadership Team</a:t>
              </a:r>
              <a:endParaRPr lang="ru-RU" sz="10000" kern="100" dirty="0">
                <a:solidFill>
                  <a:srgbClr val="0C276D"/>
                </a:solidFill>
                <a:latin typeface="Montserrat" panose="00000500000000000000" pitchFamily="50" charset="-5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06B5DC-599B-484D-AE5D-9A4C360A4CD2}"/>
                </a:ext>
              </a:extLst>
            </p:cNvPr>
            <p:cNvSpPr txBox="1"/>
            <p:nvPr/>
          </p:nvSpPr>
          <p:spPr>
            <a:xfrm>
              <a:off x="2701925" y="2254984"/>
              <a:ext cx="678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50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MEET THE</a:t>
              </a:r>
              <a:endParaRPr lang="ru-RU" sz="250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E17932-75D8-466D-87DB-019345BAC5C7}"/>
              </a:ext>
            </a:extLst>
          </p:cNvPr>
          <p:cNvGrpSpPr/>
          <p:nvPr/>
        </p:nvGrpSpPr>
        <p:grpSpPr>
          <a:xfrm>
            <a:off x="92075" y="8840984"/>
            <a:ext cx="6610350" cy="2512816"/>
            <a:chOff x="1157795" y="9144000"/>
            <a:chExt cx="6610350" cy="251281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F82A87F-DCA6-423E-93DC-39AD3D665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795" y="9144000"/>
              <a:ext cx="6610350" cy="107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ru-RU" sz="3500" kern="100" spc="300" dirty="0">
                  <a:solidFill>
                    <a:srgbClr val="000000"/>
                  </a:solidFill>
                  <a:latin typeface="Montserrat SemiBold" pitchFamily="2" charset="77"/>
                </a:rPr>
                <a:t>TIM MICHAELS</a:t>
              </a:r>
              <a:endParaRPr lang="en-US" altLang="ru-RU" sz="500" spc="300" dirty="0">
                <a:solidFill>
                  <a:schemeClr val="tx2"/>
                </a:solidFill>
                <a:latin typeface="Montserrat SemiBold" pitchFamily="2" charset="77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ru-RU" sz="25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Chief Executive Officer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8CD4F49-BFD9-4289-ABBB-D771881DA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2499" y="10780358"/>
              <a:ext cx="5522246" cy="876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ru-RU" sz="1800" dirty="0">
                  <a:solidFill>
                    <a:schemeClr val="tx2"/>
                  </a:solidFill>
                  <a:latin typeface="Montserrat" panose="00000500000000000000" pitchFamily="50" charset="-52"/>
                </a:rPr>
                <a:t>(612) 747-5927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ru-RU" sz="1800" dirty="0">
                  <a:solidFill>
                    <a:schemeClr val="tx2"/>
                  </a:solidFill>
                  <a:latin typeface="Montserrat" panose="00000500000000000000" pitchFamily="50" charset="-52"/>
                </a:rPr>
                <a:t>TIM@HEALTHRATE.IO</a:t>
              </a:r>
            </a:p>
          </p:txBody>
        </p:sp>
      </p:grp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5FEA5B0-7043-A14C-8E35-C4F431AB888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75300" y="5410200"/>
            <a:ext cx="2819400" cy="2819400"/>
          </a:xfrm>
        </p:spPr>
      </p:pic>
      <p:pic>
        <p:nvPicPr>
          <p:cNvPr id="7" name="Picture Placeholder 6" descr="A person in a blue shirt&#10;&#10;Description automatically generated">
            <a:extLst>
              <a:ext uri="{FF2B5EF4-FFF2-40B4-BE49-F238E27FC236}">
                <a16:creationId xmlns:a16="http://schemas.microsoft.com/office/drawing/2014/main" id="{68D78A45-C9F6-5740-8CDF-A333FA5478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5092" y="5410200"/>
            <a:ext cx="2819400" cy="2819400"/>
          </a:xfrm>
        </p:spPr>
      </p:pic>
      <p:pic>
        <p:nvPicPr>
          <p:cNvPr id="26" name="Picture 2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3A97DF-2806-974D-B558-A2B9DACA523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C0CBCAC-5A1D-B94A-9B26-72467D59F4FF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E8DAB9-B5E4-A547-AB96-0E6F3372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75" y="8917184"/>
            <a:ext cx="6610350" cy="107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ru-RU" sz="3500" kern="100" spc="300" dirty="0">
                <a:solidFill>
                  <a:srgbClr val="000000"/>
                </a:solidFill>
                <a:latin typeface="Montserrat SemiBold" pitchFamily="2" charset="77"/>
              </a:rPr>
              <a:t>TOM SHERRARD</a:t>
            </a:r>
            <a:endParaRPr lang="en-US" altLang="ru-RU" sz="500" spc="300" dirty="0">
              <a:solidFill>
                <a:schemeClr val="tx2"/>
              </a:solidFill>
              <a:latin typeface="Montserrat SemiBold" pitchFamily="2" charset="77"/>
            </a:endParaRPr>
          </a:p>
          <a:p>
            <a:pPr algn="ctr">
              <a:lnSpc>
                <a:spcPct val="110000"/>
              </a:lnSpc>
            </a:pPr>
            <a:r>
              <a:rPr lang="en-US" altLang="ru-RU" sz="2500" dirty="0">
                <a:solidFill>
                  <a:schemeClr val="tx2"/>
                </a:solidFill>
                <a:latin typeface="Montserrat Medium" panose="00000600000000000000" pitchFamily="50" charset="-52"/>
              </a:rPr>
              <a:t>EVP, Sales &amp; Market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117177-C565-0E47-9E29-B25D88D36EB5}"/>
              </a:ext>
            </a:extLst>
          </p:cNvPr>
          <p:cNvGrpSpPr/>
          <p:nvPr/>
        </p:nvGrpSpPr>
        <p:grpSpPr>
          <a:xfrm>
            <a:off x="16379825" y="8917184"/>
            <a:ext cx="6610350" cy="2512816"/>
            <a:chOff x="788527" y="9144000"/>
            <a:chExt cx="6610350" cy="25128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E94B2A-792D-364E-9827-72F0BEF84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527" y="9144000"/>
              <a:ext cx="6610350" cy="107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ru-RU" sz="3500" kern="100" spc="300" dirty="0">
                  <a:solidFill>
                    <a:srgbClr val="000000"/>
                  </a:solidFill>
                  <a:latin typeface="Montserrat SemiBold" pitchFamily="2" charset="77"/>
                </a:rPr>
                <a:t>JEFF SAGE</a:t>
              </a:r>
              <a:endParaRPr lang="en-US" altLang="ru-RU" sz="500" spc="300" dirty="0">
                <a:solidFill>
                  <a:schemeClr val="tx2"/>
                </a:solidFill>
                <a:latin typeface="Montserrat SemiBold" pitchFamily="2" charset="77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ru-RU" sz="25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Chief Product Officer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DB0A85C-9A16-0541-91CE-96ADA0027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579" y="10780358"/>
              <a:ext cx="5522246" cy="876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ru-RU" sz="1800" dirty="0">
                  <a:solidFill>
                    <a:schemeClr val="tx2"/>
                  </a:solidFill>
                  <a:latin typeface="Montserrat" panose="00000500000000000000" pitchFamily="50" charset="-52"/>
                </a:rPr>
                <a:t>(303) 877-9067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ru-RU" sz="1800" dirty="0">
                  <a:solidFill>
                    <a:schemeClr val="tx2"/>
                  </a:solidFill>
                  <a:latin typeface="Montserrat" panose="00000500000000000000" pitchFamily="50" charset="-52"/>
                </a:rPr>
                <a:t>JEFF@HEALTHRATE.IO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1FAB728-013E-26D6-ADD7-E3C2EBE17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0307" y="10553542"/>
            <a:ext cx="5522246" cy="876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ru-RU" sz="1800" dirty="0">
                <a:solidFill>
                  <a:schemeClr val="tx2"/>
                </a:solidFill>
                <a:latin typeface="Montserrat" panose="00000500000000000000" pitchFamily="50" charset="-52"/>
              </a:rPr>
              <a:t>(612) 840-2908</a:t>
            </a:r>
          </a:p>
          <a:p>
            <a:pPr algn="ctr">
              <a:lnSpc>
                <a:spcPct val="150000"/>
              </a:lnSpc>
            </a:pPr>
            <a:r>
              <a:rPr lang="en-US" altLang="ru-RU" sz="1800" dirty="0">
                <a:solidFill>
                  <a:schemeClr val="tx2"/>
                </a:solidFill>
                <a:latin typeface="Montserrat" panose="00000500000000000000" pitchFamily="50" charset="-52"/>
              </a:rPr>
              <a:t>Tom@HEALTHRATE.IO</a:t>
            </a:r>
          </a:p>
        </p:txBody>
      </p:sp>
      <p:pic>
        <p:nvPicPr>
          <p:cNvPr id="14" name="Picture Placeholder 1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31910DD-A507-CDFB-9F2E-133DFDF4878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89" b="9689"/>
          <a:stretch>
            <a:fillRect/>
          </a:stretch>
        </p:blipFill>
        <p:spPr>
          <a:xfrm>
            <a:off x="10307130" y="5414554"/>
            <a:ext cx="2819400" cy="2819400"/>
          </a:xfrm>
        </p:spPr>
      </p:pic>
    </p:spTree>
    <p:extLst>
      <p:ext uri="{BB962C8B-B14F-4D97-AF65-F5344CB8AC3E}">
        <p14:creationId xmlns:p14="http://schemas.microsoft.com/office/powerpoint/2010/main" val="264960650"/>
      </p:ext>
    </p:extLst>
  </p:cSld>
  <p:clrMapOvr>
    <a:masterClrMapping/>
  </p:clrMapOvr>
  <p:transition spd="slow" advClick="0" advTm="1000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291020-3963-46CB-82CF-35405EB11E20}"/>
              </a:ext>
            </a:extLst>
          </p:cNvPr>
          <p:cNvGrpSpPr/>
          <p:nvPr/>
        </p:nvGrpSpPr>
        <p:grpSpPr>
          <a:xfrm>
            <a:off x="1339849" y="1676400"/>
            <a:ext cx="12601575" cy="2240816"/>
            <a:chOff x="2701925" y="2254984"/>
            <a:chExt cx="10325100" cy="22408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5801A0-67CB-4CB8-825D-4171EA0148F4}"/>
                </a:ext>
              </a:extLst>
            </p:cNvPr>
            <p:cNvSpPr txBox="1"/>
            <p:nvPr/>
          </p:nvSpPr>
          <p:spPr>
            <a:xfrm>
              <a:off x="2701925" y="2864584"/>
              <a:ext cx="1032510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kern="100" dirty="0">
                  <a:solidFill>
                    <a:srgbClr val="0C276D"/>
                  </a:solidFill>
                  <a:latin typeface="Charter Roman" panose="02040503050506020203" pitchFamily="18" charset="0"/>
                </a:rPr>
                <a:t>Board of Advisors</a:t>
              </a:r>
              <a:endParaRPr lang="ru-RU" sz="10000" kern="100" dirty="0">
                <a:solidFill>
                  <a:srgbClr val="0C276D"/>
                </a:solidFill>
                <a:latin typeface="Montserrat" panose="00000500000000000000" pitchFamily="50" charset="-5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06B5DC-599B-484D-AE5D-9A4C360A4CD2}"/>
                </a:ext>
              </a:extLst>
            </p:cNvPr>
            <p:cNvSpPr txBox="1"/>
            <p:nvPr/>
          </p:nvSpPr>
          <p:spPr>
            <a:xfrm>
              <a:off x="2701925" y="2254984"/>
              <a:ext cx="678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250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MEET THE</a:t>
              </a:r>
              <a:endParaRPr lang="ru-RU" sz="250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8F82A87F-DCA6-423E-93DC-39AD3D665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58193" y="8840984"/>
            <a:ext cx="6610350" cy="107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ru-RU" sz="3500" kern="100" spc="300" dirty="0">
                <a:solidFill>
                  <a:srgbClr val="000000"/>
                </a:solidFill>
                <a:latin typeface="Montserrat SemiBold" pitchFamily="2" charset="77"/>
              </a:rPr>
              <a:t>BOB VAN WHY</a:t>
            </a:r>
            <a:endParaRPr lang="en-US" altLang="ru-RU" sz="500" spc="300" dirty="0">
              <a:solidFill>
                <a:schemeClr val="tx2"/>
              </a:solidFill>
              <a:latin typeface="Montserrat SemiBold" pitchFamily="2" charset="77"/>
            </a:endParaRPr>
          </a:p>
          <a:p>
            <a:pPr algn="ctr">
              <a:lnSpc>
                <a:spcPct val="110000"/>
              </a:lnSpc>
            </a:pPr>
            <a:r>
              <a:rPr lang="en-US" altLang="ru-RU" sz="2500" dirty="0">
                <a:solidFill>
                  <a:schemeClr val="tx2"/>
                </a:solidFill>
                <a:latin typeface="Montserrat Medium" panose="00000600000000000000" pitchFamily="50" charset="-52"/>
              </a:rPr>
              <a:t>Advisory Board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938028D6-48DA-D64C-961C-5A92831D2E8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8021" y="5348385"/>
            <a:ext cx="2819400" cy="2790630"/>
          </a:xfr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8D78A45-C9F6-5740-8CDF-A333FA5478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9330" y="5334000"/>
            <a:ext cx="2819400" cy="2819400"/>
          </a:xfrm>
        </p:spPr>
      </p:pic>
      <p:pic>
        <p:nvPicPr>
          <p:cNvPr id="26" name="Picture 2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3A97DF-2806-974D-B558-A2B9DACA523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1053" y="1295400"/>
            <a:ext cx="4348572" cy="10250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C0CBCAC-5A1D-B94A-9B26-72467D59F4FF}"/>
              </a:ext>
            </a:extLst>
          </p:cNvPr>
          <p:cNvSpPr txBox="1"/>
          <p:nvPr/>
        </p:nvSpPr>
        <p:spPr>
          <a:xfrm>
            <a:off x="18062294" y="240193"/>
            <a:ext cx="607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kern="0" dirty="0">
                <a:solidFill>
                  <a:schemeClr val="tx2"/>
                </a:solidFill>
                <a:latin typeface="Montserrat" pitchFamily="2" charset="77"/>
              </a:rPr>
              <a:t>PROPRIETARY AND CONFIDENTIAL</a:t>
            </a:r>
            <a:endParaRPr lang="en-US" dirty="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E8DAB9-B5E4-A547-AB96-0E6F3372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546" y="8840984"/>
            <a:ext cx="6610350" cy="107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ru-RU" sz="3500" kern="100" spc="300" dirty="0">
                <a:solidFill>
                  <a:srgbClr val="000000"/>
                </a:solidFill>
                <a:latin typeface="Montserrat SemiBold" pitchFamily="2" charset="77"/>
              </a:rPr>
              <a:t>GEOFF BARTSH</a:t>
            </a:r>
            <a:endParaRPr lang="en-US" altLang="ru-RU" sz="500" spc="300" dirty="0">
              <a:solidFill>
                <a:schemeClr val="tx2"/>
              </a:solidFill>
              <a:latin typeface="Montserrat SemiBold" pitchFamily="2" charset="77"/>
            </a:endParaRPr>
          </a:p>
          <a:p>
            <a:pPr algn="ctr">
              <a:lnSpc>
                <a:spcPct val="110000"/>
              </a:lnSpc>
            </a:pPr>
            <a:r>
              <a:rPr lang="en-US" altLang="ru-RU" sz="2500" dirty="0">
                <a:solidFill>
                  <a:schemeClr val="tx2"/>
                </a:solidFill>
                <a:latin typeface="Montserrat Medium" panose="00000600000000000000" pitchFamily="50" charset="-52"/>
              </a:rPr>
              <a:t>Advisory Board</a:t>
            </a:r>
          </a:p>
        </p:txBody>
      </p:sp>
      <p:pic>
        <p:nvPicPr>
          <p:cNvPr id="43" name="Picture Placeholder 14">
            <a:extLst>
              <a:ext uri="{FF2B5EF4-FFF2-40B4-BE49-F238E27FC236}">
                <a16:creationId xmlns:a16="http://schemas.microsoft.com/office/drawing/2014/main" id="{875338E4-2325-C540-93ED-459F4F9FCB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2110" y="5334000"/>
            <a:ext cx="2819400" cy="2819400"/>
          </a:xfrm>
          <a:prstGeom prst="ellipse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E184E60-4775-D348-8721-59327B932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635" y="8840984"/>
            <a:ext cx="6610350" cy="107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ru-RU" sz="3500" kern="100" spc="300" dirty="0">
                <a:solidFill>
                  <a:srgbClr val="000000"/>
                </a:solidFill>
                <a:latin typeface="Montserrat SemiBold" pitchFamily="2" charset="77"/>
              </a:rPr>
              <a:t>PAUL STORDAHL</a:t>
            </a:r>
            <a:endParaRPr lang="en-US" altLang="ru-RU" sz="500" spc="300" dirty="0">
              <a:solidFill>
                <a:schemeClr val="tx2"/>
              </a:solidFill>
              <a:latin typeface="Montserrat SemiBold" pitchFamily="2" charset="77"/>
            </a:endParaRPr>
          </a:p>
          <a:p>
            <a:pPr algn="ctr">
              <a:lnSpc>
                <a:spcPct val="110000"/>
              </a:lnSpc>
            </a:pPr>
            <a:r>
              <a:rPr lang="en-US" altLang="ru-RU" sz="2500" dirty="0">
                <a:solidFill>
                  <a:schemeClr val="tx2"/>
                </a:solidFill>
                <a:latin typeface="Montserrat Medium" panose="00000600000000000000" pitchFamily="50" charset="-52"/>
              </a:rPr>
              <a:t>Advisory Board</a:t>
            </a:r>
          </a:p>
        </p:txBody>
      </p:sp>
      <p:pic>
        <p:nvPicPr>
          <p:cNvPr id="46" name="Picture Placeholder 14">
            <a:extLst>
              <a:ext uri="{FF2B5EF4-FFF2-40B4-BE49-F238E27FC236}">
                <a16:creationId xmlns:a16="http://schemas.microsoft.com/office/drawing/2014/main" id="{6E3108AB-266B-A04F-860F-9E59FA7B7ED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70225" y="5334000"/>
            <a:ext cx="2819400" cy="2819400"/>
          </a:xfrm>
          <a:prstGeom prst="ellipse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51A8CF9-F5DD-134E-8CFF-C7CFAEBD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0" y="8840984"/>
            <a:ext cx="6610350" cy="107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ru-RU" sz="3500" kern="100" spc="300" dirty="0">
                <a:solidFill>
                  <a:srgbClr val="000000"/>
                </a:solidFill>
                <a:latin typeface="Montserrat SemiBold" pitchFamily="2" charset="77"/>
              </a:rPr>
              <a:t>MARK NATHAN</a:t>
            </a:r>
            <a:endParaRPr lang="en-US" altLang="ru-RU" sz="500" spc="300" dirty="0">
              <a:solidFill>
                <a:schemeClr val="tx2"/>
              </a:solidFill>
              <a:latin typeface="Montserrat SemiBold" pitchFamily="2" charset="77"/>
            </a:endParaRPr>
          </a:p>
          <a:p>
            <a:pPr algn="ctr">
              <a:lnSpc>
                <a:spcPct val="110000"/>
              </a:lnSpc>
            </a:pPr>
            <a:r>
              <a:rPr lang="en-US" altLang="ru-RU" sz="2500" dirty="0">
                <a:solidFill>
                  <a:schemeClr val="tx2"/>
                </a:solidFill>
                <a:latin typeface="Montserrat Medium" panose="00000600000000000000" pitchFamily="50" charset="-52"/>
              </a:rPr>
              <a:t>Advisory Board</a:t>
            </a:r>
          </a:p>
        </p:txBody>
      </p:sp>
      <p:pic>
        <p:nvPicPr>
          <p:cNvPr id="25" name="Picture Placeholder 14">
            <a:extLst>
              <a:ext uri="{FF2B5EF4-FFF2-40B4-BE49-F238E27FC236}">
                <a16:creationId xmlns:a16="http://schemas.microsoft.com/office/drawing/2014/main" id="{EFD8203E-BEBD-AA4A-91E6-077D036ADA3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48340" y="5334000"/>
            <a:ext cx="2819400" cy="2819400"/>
          </a:xfrm>
          <a:prstGeom prst="ellipse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3E7C8B6-1148-9A4A-BEBA-C34E1C67F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2865" y="8840984"/>
            <a:ext cx="6610350" cy="107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Lato Light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Lato Light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Lato Light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Lato Light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Lato Light"/>
              </a:defRPr>
            </a:lvl5pPr>
            <a:lvl6pPr marL="25146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6pPr>
            <a:lvl7pPr marL="29718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7pPr>
            <a:lvl8pPr marL="34290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8pPr>
            <a:lvl9pPr marL="3886200" indent="-228600" defTabSz="1827213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ru-RU" sz="3500" kern="100" spc="300" dirty="0">
                <a:solidFill>
                  <a:srgbClr val="000000"/>
                </a:solidFill>
                <a:latin typeface="Montserrat SemiBold" pitchFamily="2" charset="77"/>
              </a:rPr>
              <a:t>CONFIDENTIAL</a:t>
            </a:r>
            <a:endParaRPr lang="en-US" altLang="ru-RU" sz="500" spc="300" dirty="0">
              <a:solidFill>
                <a:schemeClr val="tx2"/>
              </a:solidFill>
              <a:latin typeface="Montserrat SemiBold" pitchFamily="2" charset="77"/>
            </a:endParaRPr>
          </a:p>
          <a:p>
            <a:pPr algn="ctr">
              <a:lnSpc>
                <a:spcPct val="110000"/>
              </a:lnSpc>
            </a:pPr>
            <a:r>
              <a:rPr lang="en-US" altLang="ru-RU" sz="2500">
                <a:solidFill>
                  <a:schemeClr val="tx2"/>
                </a:solidFill>
                <a:latin typeface="Montserrat Medium" panose="00000600000000000000" pitchFamily="50" charset="-52"/>
              </a:rPr>
              <a:t>Advisory Board</a:t>
            </a:r>
            <a:endParaRPr lang="en-US" altLang="ru-RU" sz="2500" dirty="0">
              <a:solidFill>
                <a:schemeClr val="tx2"/>
              </a:solidFill>
              <a:latin typeface="Montserrat Medium" panose="00000600000000000000" pitchFamily="50" charset="-52"/>
            </a:endParaRPr>
          </a:p>
        </p:txBody>
      </p:sp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0F4FA5A0-09D8-DCD0-C8EC-35135122AB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58" y="10010968"/>
            <a:ext cx="609524" cy="609524"/>
          </a:xfrm>
          <a:prstGeom prst="rect">
            <a:avLst/>
          </a:prstGeom>
        </p:spPr>
      </p:pic>
      <p:pic>
        <p:nvPicPr>
          <p:cNvPr id="11" name="Picture 10">
            <a:hlinkClick r:id="rId11"/>
            <a:extLst>
              <a:ext uri="{FF2B5EF4-FFF2-40B4-BE49-F238E27FC236}">
                <a16:creationId xmlns:a16="http://schemas.microsoft.com/office/drawing/2014/main" id="{09C7E64D-8C26-5CEF-D2FF-60E968FE9F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5163" y="9996583"/>
            <a:ext cx="609524" cy="609524"/>
          </a:xfrm>
          <a:prstGeom prst="rect">
            <a:avLst/>
          </a:prstGeom>
        </p:spPr>
      </p:pic>
      <p:pic>
        <p:nvPicPr>
          <p:cNvPr id="12" name="Picture 11">
            <a:hlinkClick r:id="rId12"/>
            <a:extLst>
              <a:ext uri="{FF2B5EF4-FFF2-40B4-BE49-F238E27FC236}">
                <a16:creationId xmlns:a16="http://schemas.microsoft.com/office/drawing/2014/main" id="{5DD62983-B442-7F43-A833-06E0C6C54D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1810" y="9996583"/>
            <a:ext cx="609524" cy="609524"/>
          </a:xfrm>
          <a:prstGeom prst="rect">
            <a:avLst/>
          </a:prstGeom>
        </p:spPr>
      </p:pic>
      <p:pic>
        <p:nvPicPr>
          <p:cNvPr id="13" name="Picture 12">
            <a:hlinkClick r:id="rId13"/>
            <a:extLst>
              <a:ext uri="{FF2B5EF4-FFF2-40B4-BE49-F238E27FC236}">
                <a16:creationId xmlns:a16="http://schemas.microsoft.com/office/drawing/2014/main" id="{F1AD79A3-6193-25EA-B7F2-E460339727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959" y="10010968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96348"/>
      </p:ext>
    </p:extLst>
  </p:cSld>
  <p:clrMapOvr>
    <a:masterClrMapping/>
  </p:clrMapOvr>
  <p:transition spd="slow" advClick="0" advTm="1000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erson typing on a computer&#10;&#10;Description automatically generated">
            <a:extLst>
              <a:ext uri="{FF2B5EF4-FFF2-40B4-BE49-F238E27FC236}">
                <a16:creationId xmlns:a16="http://schemas.microsoft.com/office/drawing/2014/main" id="{7474BD91-28EC-3645-9002-1614967B5C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269"/>
          <a:stretch>
            <a:fillRect/>
          </a:stretch>
        </p:blipFill>
        <p:spPr/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570A1C-0A55-4080-84D8-1B110B1FCB63}"/>
              </a:ext>
            </a:extLst>
          </p:cNvPr>
          <p:cNvSpPr txBox="1"/>
          <p:nvPr/>
        </p:nvSpPr>
        <p:spPr>
          <a:xfrm>
            <a:off x="4568825" y="10977067"/>
            <a:ext cx="5276048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000" b="1" spc="300" dirty="0">
                <a:solidFill>
                  <a:schemeClr val="tx2"/>
                </a:solidFill>
                <a:latin typeface="Montserrat SemiBold" pitchFamily="2" charset="77"/>
                <a:ea typeface="Open Sans Semibold" panose="020B0706030804020204" pitchFamily="34" charset="0"/>
                <a:cs typeface="Open Sans Semibold" panose="020B0706030804020204" pitchFamily="34" charset="0"/>
              </a:rPr>
              <a:t>TIM MICHAELS</a:t>
            </a:r>
          </a:p>
          <a:p>
            <a:pPr>
              <a:lnSpc>
                <a:spcPct val="130000"/>
              </a:lnSpc>
            </a:pPr>
            <a:r>
              <a:rPr lang="en-US" sz="2400" spc="300" dirty="0">
                <a:solidFill>
                  <a:schemeClr val="tx2"/>
                </a:solidFill>
                <a:latin typeface="Montserrat" pitchFamily="2" charset="77"/>
                <a:ea typeface="Open Sans Semibold" panose="020B0706030804020204" pitchFamily="34" charset="0"/>
                <a:cs typeface="Open Sans Semibold" panose="020B0706030804020204" pitchFamily="34" charset="0"/>
              </a:rPr>
              <a:t>Chief Executive Officer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C343FD-C5FF-4EFF-8C91-CFE754A0459F}"/>
              </a:ext>
            </a:extLst>
          </p:cNvPr>
          <p:cNvSpPr txBox="1"/>
          <p:nvPr/>
        </p:nvSpPr>
        <p:spPr>
          <a:xfrm>
            <a:off x="11625000" y="11234005"/>
            <a:ext cx="5276048" cy="63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000" spc="300" dirty="0">
                <a:solidFill>
                  <a:schemeClr val="tx2"/>
                </a:solidFill>
                <a:latin typeface="Montserrat SemiBold" pitchFamily="2" charset="77"/>
                <a:ea typeface="Open Sans Semibold" panose="020B0706030804020204" pitchFamily="34" charset="0"/>
                <a:cs typeface="Open Sans Semibold" panose="020B0706030804020204" pitchFamily="34" charset="0"/>
              </a:rPr>
              <a:t>TIM@HEALTHRATE.IO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243A3B-F7F6-40E3-B2A2-FC087144646F}"/>
              </a:ext>
            </a:extLst>
          </p:cNvPr>
          <p:cNvSpPr txBox="1"/>
          <p:nvPr/>
        </p:nvSpPr>
        <p:spPr>
          <a:xfrm>
            <a:off x="18885598" y="11317718"/>
            <a:ext cx="47164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tx2"/>
                </a:solidFill>
                <a:latin typeface="Montserrat SemiBold" pitchFamily="2" charset="77"/>
              </a:rPr>
              <a:t>612-747-5927</a:t>
            </a:r>
          </a:p>
        </p:txBody>
      </p:sp>
      <p:sp>
        <p:nvSpPr>
          <p:cNvPr id="38" name="Прямоугольник 29">
            <a:extLst>
              <a:ext uri="{FF2B5EF4-FFF2-40B4-BE49-F238E27FC236}">
                <a16:creationId xmlns:a16="http://schemas.microsoft.com/office/drawing/2014/main" id="{DF47E0D0-8BF2-41D7-879F-FB9C2A839FD7}"/>
              </a:ext>
            </a:extLst>
          </p:cNvPr>
          <p:cNvSpPr/>
          <p:nvPr/>
        </p:nvSpPr>
        <p:spPr>
          <a:xfrm>
            <a:off x="0" y="0"/>
            <a:ext cx="24377648" cy="9296400"/>
          </a:xfrm>
          <a:prstGeom prst="rect">
            <a:avLst/>
          </a:prstGeom>
          <a:solidFill>
            <a:schemeClr val="tx1">
              <a:lumMod val="20000"/>
              <a:lumOff val="8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A2F30E-6A7B-4458-BEA3-AF09274DD209}"/>
              </a:ext>
            </a:extLst>
          </p:cNvPr>
          <p:cNvGrpSpPr/>
          <p:nvPr/>
        </p:nvGrpSpPr>
        <p:grpSpPr>
          <a:xfrm>
            <a:off x="8596215" y="5237215"/>
            <a:ext cx="7224181" cy="2278188"/>
            <a:chOff x="8576736" y="4312384"/>
            <a:chExt cx="7224181" cy="227818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13B9F75-55DB-444A-8E0A-D8E64858D544}"/>
                </a:ext>
              </a:extLst>
            </p:cNvPr>
            <p:cNvSpPr txBox="1"/>
            <p:nvPr/>
          </p:nvSpPr>
          <p:spPr>
            <a:xfrm>
              <a:off x="8576737" y="4312384"/>
              <a:ext cx="72241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kern="100" dirty="0">
                  <a:solidFill>
                    <a:srgbClr val="0C276D"/>
                  </a:solidFill>
                  <a:latin typeface="Charter Roman" panose="02040503050506020203" pitchFamily="18" charset="0"/>
                </a:rPr>
                <a:t>Thank you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69A3084-0D44-414E-B40B-B8D6A18F7F62}"/>
                </a:ext>
              </a:extLst>
            </p:cNvPr>
            <p:cNvSpPr txBox="1"/>
            <p:nvPr/>
          </p:nvSpPr>
          <p:spPr>
            <a:xfrm>
              <a:off x="8576736" y="6190462"/>
              <a:ext cx="72241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500" kern="100" spc="600" dirty="0">
                  <a:solidFill>
                    <a:schemeClr val="tx2"/>
                  </a:solidFill>
                  <a:latin typeface="Montserrat Medium" panose="00000600000000000000" pitchFamily="50" charset="-52"/>
                </a:rPr>
                <a:t>FOR YOUR TIME</a:t>
              </a:r>
              <a:endParaRPr lang="ru-RU" sz="2500" kern="100" spc="600" dirty="0">
                <a:solidFill>
                  <a:schemeClr val="accent1"/>
                </a:solidFill>
                <a:latin typeface="Montserrat Medium" panose="00000600000000000000" pitchFamily="50" charset="-52"/>
              </a:endParaRPr>
            </a:p>
          </p:txBody>
        </p:sp>
      </p:grpSp>
      <p:pic>
        <p:nvPicPr>
          <p:cNvPr id="15" name="Picture 14" descr="A blue cross with a graph in a circle&#10;&#10;Description automatically generated">
            <a:extLst>
              <a:ext uri="{FF2B5EF4-FFF2-40B4-BE49-F238E27FC236}">
                <a16:creationId xmlns:a16="http://schemas.microsoft.com/office/drawing/2014/main" id="{A84A07E4-AEEC-5845-AF48-4D3121A705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564" y="2007393"/>
            <a:ext cx="2770519" cy="2712281"/>
          </a:xfrm>
          <a:prstGeom prst="rect">
            <a:avLst/>
          </a:prstGeom>
        </p:spPr>
      </p:pic>
      <p:grpSp>
        <p:nvGrpSpPr>
          <p:cNvPr id="17" name="Group 16" descr="Icon Person">
            <a:extLst>
              <a:ext uri="{FF2B5EF4-FFF2-40B4-BE49-F238E27FC236}">
                <a16:creationId xmlns:a16="http://schemas.microsoft.com/office/drawing/2014/main" id="{F01C9226-DD60-754B-BA38-2CB5CC8D63C2}"/>
              </a:ext>
            </a:extLst>
          </p:cNvPr>
          <p:cNvGrpSpPr/>
          <p:nvPr/>
        </p:nvGrpSpPr>
        <p:grpSpPr>
          <a:xfrm>
            <a:off x="2682027" y="10880562"/>
            <a:ext cx="1348229" cy="1348229"/>
            <a:chOff x="1334697" y="4580661"/>
            <a:chExt cx="360000" cy="360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AC69063-D030-D74D-BEAF-949B4297465D}"/>
                </a:ext>
              </a:extLst>
            </p:cNvPr>
            <p:cNvGrpSpPr/>
            <p:nvPr/>
          </p:nvGrpSpPr>
          <p:grpSpPr>
            <a:xfrm>
              <a:off x="1421012" y="4633770"/>
              <a:ext cx="180975" cy="231458"/>
              <a:chOff x="1443237" y="4633770"/>
              <a:chExt cx="180975" cy="231458"/>
            </a:xfrm>
          </p:grpSpPr>
          <p:sp>
            <p:nvSpPr>
              <p:cNvPr id="20" name="Freeform: Shape 57">
                <a:extLst>
                  <a:ext uri="{FF2B5EF4-FFF2-40B4-BE49-F238E27FC236}">
                    <a16:creationId xmlns:a16="http://schemas.microsoft.com/office/drawing/2014/main" id="{7B5D96CD-6C00-6F40-A447-E2CB8D01A4F3}"/>
                  </a:ext>
                </a:extLst>
              </p:cNvPr>
              <p:cNvSpPr/>
              <p:nvPr/>
            </p:nvSpPr>
            <p:spPr>
              <a:xfrm>
                <a:off x="1478479" y="4633770"/>
                <a:ext cx="114300" cy="114300"/>
              </a:xfrm>
              <a:custGeom>
                <a:avLst/>
                <a:gdLst>
                  <a:gd name="connsiteX0" fmla="*/ 118110 w 114300"/>
                  <a:gd name="connsiteY0" fmla="*/ 59055 h 114300"/>
                  <a:gd name="connsiteX1" fmla="*/ 59055 w 114300"/>
                  <a:gd name="connsiteY1" fmla="*/ 118110 h 114300"/>
                  <a:gd name="connsiteX2" fmla="*/ 0 w 114300"/>
                  <a:gd name="connsiteY2" fmla="*/ 59055 h 114300"/>
                  <a:gd name="connsiteX3" fmla="*/ 59055 w 114300"/>
                  <a:gd name="connsiteY3" fmla="*/ 0 h 114300"/>
                  <a:gd name="connsiteX4" fmla="*/ 118110 w 114300"/>
                  <a:gd name="connsiteY4" fmla="*/ 59055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8110" y="59055"/>
                    </a:moveTo>
                    <a:cubicBezTo>
                      <a:pt x="118110" y="91440"/>
                      <a:pt x="91440" y="118110"/>
                      <a:pt x="59055" y="118110"/>
                    </a:cubicBezTo>
                    <a:cubicBezTo>
                      <a:pt x="26670" y="118110"/>
                      <a:pt x="0" y="91440"/>
                      <a:pt x="0" y="59055"/>
                    </a:cubicBezTo>
                    <a:cubicBezTo>
                      <a:pt x="0" y="26670"/>
                      <a:pt x="26670" y="0"/>
                      <a:pt x="59055" y="0"/>
                    </a:cubicBezTo>
                    <a:cubicBezTo>
                      <a:pt x="91440" y="0"/>
                      <a:pt x="118110" y="25718"/>
                      <a:pt x="118110" y="59055"/>
                    </a:cubicBez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: Shape 58">
                <a:extLst>
                  <a:ext uri="{FF2B5EF4-FFF2-40B4-BE49-F238E27FC236}">
                    <a16:creationId xmlns:a16="http://schemas.microsoft.com/office/drawing/2014/main" id="{A5DA8308-CB18-1145-A0C2-A72DD9C75ADF}"/>
                  </a:ext>
                </a:extLst>
              </p:cNvPr>
              <p:cNvSpPr/>
              <p:nvPr/>
            </p:nvSpPr>
            <p:spPr>
              <a:xfrm>
                <a:off x="1443237" y="4798553"/>
                <a:ext cx="180975" cy="66675"/>
              </a:xfrm>
              <a:custGeom>
                <a:avLst/>
                <a:gdLst>
                  <a:gd name="connsiteX0" fmla="*/ 0 w 180975"/>
                  <a:gd name="connsiteY0" fmla="*/ 72390 h 66675"/>
                  <a:gd name="connsiteX1" fmla="*/ 94298 w 180975"/>
                  <a:gd name="connsiteY1" fmla="*/ 0 h 66675"/>
                  <a:gd name="connsiteX2" fmla="*/ 188595 w 180975"/>
                  <a:gd name="connsiteY2" fmla="*/ 723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66675">
                    <a:moveTo>
                      <a:pt x="0" y="72390"/>
                    </a:moveTo>
                    <a:cubicBezTo>
                      <a:pt x="0" y="20955"/>
                      <a:pt x="41910" y="0"/>
                      <a:pt x="94298" y="0"/>
                    </a:cubicBezTo>
                    <a:cubicBezTo>
                      <a:pt x="146685" y="0"/>
                      <a:pt x="188595" y="20955"/>
                      <a:pt x="188595" y="72390"/>
                    </a:cubicBez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9" name="Freeform: Shape 56">
              <a:extLst>
                <a:ext uri="{FF2B5EF4-FFF2-40B4-BE49-F238E27FC236}">
                  <a16:creationId xmlns:a16="http://schemas.microsoft.com/office/drawing/2014/main" id="{5AD9E4F2-FCC7-7841-8F0B-9DD612891672}"/>
                </a:ext>
              </a:extLst>
            </p:cNvPr>
            <p:cNvSpPr/>
            <p:nvPr/>
          </p:nvSpPr>
          <p:spPr>
            <a:xfrm>
              <a:off x="1334697" y="4580661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83322 w 360000"/>
                <a:gd name="connsiteY1" fmla="*/ 0 h 360000"/>
                <a:gd name="connsiteX2" fmla="*/ 83322 w 360000"/>
                <a:gd name="connsiteY2" fmla="*/ 68850 h 360000"/>
                <a:gd name="connsiteX3" fmla="*/ 276679 w 360000"/>
                <a:gd name="connsiteY3" fmla="*/ 68850 h 360000"/>
                <a:gd name="connsiteX4" fmla="*/ 276679 w 360000"/>
                <a:gd name="connsiteY4" fmla="*/ 0 h 360000"/>
                <a:gd name="connsiteX5" fmla="*/ 360000 w 360000"/>
                <a:gd name="connsiteY5" fmla="*/ 0 h 360000"/>
                <a:gd name="connsiteX6" fmla="*/ 360000 w 360000"/>
                <a:gd name="connsiteY6" fmla="*/ 360000 h 360000"/>
                <a:gd name="connsiteX7" fmla="*/ 0 w 360000"/>
                <a:gd name="connsiteY7" fmla="*/ 360000 h 360000"/>
                <a:gd name="connsiteX0" fmla="*/ 276679 w 368119"/>
                <a:gd name="connsiteY0" fmla="*/ 68850 h 360000"/>
                <a:gd name="connsiteX1" fmla="*/ 276679 w 368119"/>
                <a:gd name="connsiteY1" fmla="*/ 0 h 360000"/>
                <a:gd name="connsiteX2" fmla="*/ 360000 w 368119"/>
                <a:gd name="connsiteY2" fmla="*/ 0 h 360000"/>
                <a:gd name="connsiteX3" fmla="*/ 360000 w 368119"/>
                <a:gd name="connsiteY3" fmla="*/ 360000 h 360000"/>
                <a:gd name="connsiteX4" fmla="*/ 0 w 368119"/>
                <a:gd name="connsiteY4" fmla="*/ 360000 h 360000"/>
                <a:gd name="connsiteX5" fmla="*/ 0 w 368119"/>
                <a:gd name="connsiteY5" fmla="*/ 0 h 360000"/>
                <a:gd name="connsiteX6" fmla="*/ 83322 w 368119"/>
                <a:gd name="connsiteY6" fmla="*/ 0 h 360000"/>
                <a:gd name="connsiteX7" fmla="*/ 83322 w 368119"/>
                <a:gd name="connsiteY7" fmla="*/ 68850 h 360000"/>
                <a:gd name="connsiteX8" fmla="*/ 368119 w 368119"/>
                <a:gd name="connsiteY8" fmla="*/ 160290 h 360000"/>
                <a:gd name="connsiteX0" fmla="*/ 276679 w 360000"/>
                <a:gd name="connsiteY0" fmla="*/ 68850 h 360000"/>
                <a:gd name="connsiteX1" fmla="*/ 276679 w 360000"/>
                <a:gd name="connsiteY1" fmla="*/ 0 h 360000"/>
                <a:gd name="connsiteX2" fmla="*/ 360000 w 360000"/>
                <a:gd name="connsiteY2" fmla="*/ 0 h 360000"/>
                <a:gd name="connsiteX3" fmla="*/ 360000 w 360000"/>
                <a:gd name="connsiteY3" fmla="*/ 360000 h 360000"/>
                <a:gd name="connsiteX4" fmla="*/ 0 w 360000"/>
                <a:gd name="connsiteY4" fmla="*/ 360000 h 360000"/>
                <a:gd name="connsiteX5" fmla="*/ 0 w 360000"/>
                <a:gd name="connsiteY5" fmla="*/ 0 h 360000"/>
                <a:gd name="connsiteX6" fmla="*/ 83322 w 360000"/>
                <a:gd name="connsiteY6" fmla="*/ 0 h 360000"/>
                <a:gd name="connsiteX7" fmla="*/ 83322 w 360000"/>
                <a:gd name="connsiteY7" fmla="*/ 68850 h 360000"/>
                <a:gd name="connsiteX0" fmla="*/ 276679 w 360000"/>
                <a:gd name="connsiteY0" fmla="*/ 68850 h 360000"/>
                <a:gd name="connsiteX1" fmla="*/ 276679 w 360000"/>
                <a:gd name="connsiteY1" fmla="*/ 0 h 360000"/>
                <a:gd name="connsiteX2" fmla="*/ 360000 w 360000"/>
                <a:gd name="connsiteY2" fmla="*/ 0 h 360000"/>
                <a:gd name="connsiteX3" fmla="*/ 360000 w 360000"/>
                <a:gd name="connsiteY3" fmla="*/ 360000 h 360000"/>
                <a:gd name="connsiteX4" fmla="*/ 0 w 360000"/>
                <a:gd name="connsiteY4" fmla="*/ 360000 h 360000"/>
                <a:gd name="connsiteX5" fmla="*/ 0 w 360000"/>
                <a:gd name="connsiteY5" fmla="*/ 0 h 360000"/>
                <a:gd name="connsiteX6" fmla="*/ 83322 w 360000"/>
                <a:gd name="connsiteY6" fmla="*/ 0 h 360000"/>
                <a:gd name="connsiteX0" fmla="*/ 276679 w 360000"/>
                <a:gd name="connsiteY0" fmla="*/ 0 h 360000"/>
                <a:gd name="connsiteX1" fmla="*/ 360000 w 360000"/>
                <a:gd name="connsiteY1" fmla="*/ 0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83322 w 360000"/>
                <a:gd name="connsiteY5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000" h="360000">
                  <a:moveTo>
                    <a:pt x="276679" y="0"/>
                  </a:moveTo>
                  <a:lnTo>
                    <a:pt x="360000" y="0"/>
                  </a:ln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83322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4" name="Group 23" descr="Icon Email">
            <a:extLst>
              <a:ext uri="{FF2B5EF4-FFF2-40B4-BE49-F238E27FC236}">
                <a16:creationId xmlns:a16="http://schemas.microsoft.com/office/drawing/2014/main" id="{1DC8FF89-44D0-6F42-B284-BC51229470EE}"/>
              </a:ext>
            </a:extLst>
          </p:cNvPr>
          <p:cNvGrpSpPr/>
          <p:nvPr/>
        </p:nvGrpSpPr>
        <p:grpSpPr>
          <a:xfrm>
            <a:off x="9812866" y="10920602"/>
            <a:ext cx="1348229" cy="1348229"/>
            <a:chOff x="1334697" y="5102537"/>
            <a:chExt cx="360000" cy="3600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5E39DB-D007-6148-BD38-A6B62753A519}"/>
                </a:ext>
              </a:extLst>
            </p:cNvPr>
            <p:cNvGrpSpPr/>
            <p:nvPr/>
          </p:nvGrpSpPr>
          <p:grpSpPr>
            <a:xfrm>
              <a:off x="1413695" y="5129259"/>
              <a:ext cx="257175" cy="257175"/>
              <a:chOff x="1423220" y="5138784"/>
              <a:chExt cx="257175" cy="257175"/>
            </a:xfrm>
          </p:grpSpPr>
          <p:sp>
            <p:nvSpPr>
              <p:cNvPr id="28" name="Freeform: Shape 52">
                <a:extLst>
                  <a:ext uri="{FF2B5EF4-FFF2-40B4-BE49-F238E27FC236}">
                    <a16:creationId xmlns:a16="http://schemas.microsoft.com/office/drawing/2014/main" id="{7E775BC4-CC1C-D34F-AF58-F2256D1D058E}"/>
                  </a:ext>
                </a:extLst>
              </p:cNvPr>
              <p:cNvSpPr/>
              <p:nvPr/>
            </p:nvSpPr>
            <p:spPr>
              <a:xfrm>
                <a:off x="1423220" y="5138784"/>
                <a:ext cx="257175" cy="257175"/>
              </a:xfrm>
              <a:custGeom>
                <a:avLst/>
                <a:gdLst>
                  <a:gd name="connsiteX0" fmla="*/ 0 w 257175"/>
                  <a:gd name="connsiteY0" fmla="*/ 163664 h 257175"/>
                  <a:gd name="connsiteX1" fmla="*/ 163664 w 257175"/>
                  <a:gd name="connsiteY1" fmla="*/ 0 h 257175"/>
                  <a:gd name="connsiteX2" fmla="*/ 261323 w 257175"/>
                  <a:gd name="connsiteY2" fmla="*/ 97659 h 257175"/>
                  <a:gd name="connsiteX3" fmla="*/ 97659 w 257175"/>
                  <a:gd name="connsiteY3" fmla="*/ 261323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7175" h="257175">
                    <a:moveTo>
                      <a:pt x="0" y="163664"/>
                    </a:moveTo>
                    <a:lnTo>
                      <a:pt x="163664" y="0"/>
                    </a:lnTo>
                    <a:lnTo>
                      <a:pt x="261323" y="97659"/>
                    </a:lnTo>
                    <a:lnTo>
                      <a:pt x="97659" y="261323"/>
                    </a:lnTo>
                    <a:close/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: Shape 53">
                <a:extLst>
                  <a:ext uri="{FF2B5EF4-FFF2-40B4-BE49-F238E27FC236}">
                    <a16:creationId xmlns:a16="http://schemas.microsoft.com/office/drawing/2014/main" id="{21A62D34-34FB-6D40-8DBC-72C0392EC0E0}"/>
                  </a:ext>
                </a:extLst>
              </p:cNvPr>
              <p:cNvSpPr/>
              <p:nvPr/>
            </p:nvSpPr>
            <p:spPr>
              <a:xfrm>
                <a:off x="1427045" y="5144212"/>
                <a:ext cx="161925" cy="161925"/>
              </a:xfrm>
              <a:custGeom>
                <a:avLst/>
                <a:gdLst>
                  <a:gd name="connsiteX0" fmla="*/ 0 w 161925"/>
                  <a:gd name="connsiteY0" fmla="*/ 162878 h 161925"/>
                  <a:gd name="connsiteX1" fmla="*/ 141923 w 161925"/>
                  <a:gd name="connsiteY1" fmla="*/ 135255 h 161925"/>
                  <a:gd name="connsiteX2" fmla="*/ 162878 w 161925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1925" h="161925">
                    <a:moveTo>
                      <a:pt x="0" y="162878"/>
                    </a:moveTo>
                    <a:lnTo>
                      <a:pt x="141923" y="135255"/>
                    </a:lnTo>
                    <a:lnTo>
                      <a:pt x="162878" y="0"/>
                    </a:lnTo>
                  </a:path>
                </a:pathLst>
              </a:custGeom>
              <a:noFill/>
              <a:ln w="23813" cap="flat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7" name="Freeform: Shape 51">
              <a:extLst>
                <a:ext uri="{FF2B5EF4-FFF2-40B4-BE49-F238E27FC236}">
                  <a16:creationId xmlns:a16="http://schemas.microsoft.com/office/drawing/2014/main" id="{631A5449-33FA-E248-9B20-C78AB9C7E3BF}"/>
                </a:ext>
              </a:extLst>
            </p:cNvPr>
            <p:cNvSpPr/>
            <p:nvPr/>
          </p:nvSpPr>
          <p:spPr>
            <a:xfrm>
              <a:off x="1334697" y="5102537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1" name="Group 30" descr="Icon Phone">
            <a:extLst>
              <a:ext uri="{FF2B5EF4-FFF2-40B4-BE49-F238E27FC236}">
                <a16:creationId xmlns:a16="http://schemas.microsoft.com/office/drawing/2014/main" id="{539D96D9-DC80-6D47-9DE7-ECA2BCB1F417}"/>
              </a:ext>
            </a:extLst>
          </p:cNvPr>
          <p:cNvGrpSpPr/>
          <p:nvPr/>
        </p:nvGrpSpPr>
        <p:grpSpPr>
          <a:xfrm>
            <a:off x="17364953" y="10967854"/>
            <a:ext cx="1348229" cy="1348229"/>
            <a:chOff x="1334697" y="5606075"/>
            <a:chExt cx="360000" cy="360000"/>
          </a:xfrm>
        </p:grpSpPr>
        <p:sp>
          <p:nvSpPr>
            <p:cNvPr id="32" name="Freeform: Shape 46">
              <a:extLst>
                <a:ext uri="{FF2B5EF4-FFF2-40B4-BE49-F238E27FC236}">
                  <a16:creationId xmlns:a16="http://schemas.microsoft.com/office/drawing/2014/main" id="{FF169136-B370-934E-9B5D-754E43BF686B}"/>
                </a:ext>
              </a:extLst>
            </p:cNvPr>
            <p:cNvSpPr/>
            <p:nvPr/>
          </p:nvSpPr>
          <p:spPr>
            <a:xfrm>
              <a:off x="1423220" y="5624464"/>
              <a:ext cx="257175" cy="257175"/>
            </a:xfrm>
            <a:custGeom>
              <a:avLst/>
              <a:gdLst>
                <a:gd name="connsiteX0" fmla="*/ 0 w 257175"/>
                <a:gd name="connsiteY0" fmla="*/ 163664 h 257175"/>
                <a:gd name="connsiteX1" fmla="*/ 163664 w 257175"/>
                <a:gd name="connsiteY1" fmla="*/ 0 h 257175"/>
                <a:gd name="connsiteX2" fmla="*/ 261323 w 257175"/>
                <a:gd name="connsiteY2" fmla="*/ 97659 h 257175"/>
                <a:gd name="connsiteX3" fmla="*/ 97659 w 257175"/>
                <a:gd name="connsiteY3" fmla="*/ 261323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75" h="257175">
                  <a:moveTo>
                    <a:pt x="0" y="163664"/>
                  </a:moveTo>
                  <a:lnTo>
                    <a:pt x="163664" y="0"/>
                  </a:lnTo>
                  <a:lnTo>
                    <a:pt x="261323" y="97659"/>
                  </a:lnTo>
                  <a:lnTo>
                    <a:pt x="97659" y="261323"/>
                  </a:lnTo>
                  <a:close/>
                </a:path>
              </a:pathLst>
            </a:custGeom>
            <a:noFill/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47">
              <a:extLst>
                <a:ext uri="{FF2B5EF4-FFF2-40B4-BE49-F238E27FC236}">
                  <a16:creationId xmlns:a16="http://schemas.microsoft.com/office/drawing/2014/main" id="{97221ECB-6013-8F43-A28B-59BAE6C9C35F}"/>
                </a:ext>
              </a:extLst>
            </p:cNvPr>
            <p:cNvSpPr/>
            <p:nvPr/>
          </p:nvSpPr>
          <p:spPr>
            <a:xfrm>
              <a:off x="1491815" y="580038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17145 w 9525"/>
                <a:gd name="connsiteY1" fmla="*/ 18098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17145" y="18098"/>
                  </a:lnTo>
                </a:path>
              </a:pathLst>
            </a:custGeom>
            <a:ln w="23813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48">
              <a:extLst>
                <a:ext uri="{FF2B5EF4-FFF2-40B4-BE49-F238E27FC236}">
                  <a16:creationId xmlns:a16="http://schemas.microsoft.com/office/drawing/2014/main" id="{CD175F88-E3A4-D548-9E7C-6A112EA3B377}"/>
                </a:ext>
              </a:extLst>
            </p:cNvPr>
            <p:cNvSpPr/>
            <p:nvPr/>
          </p:nvSpPr>
          <p:spPr>
            <a:xfrm>
              <a:off x="1334697" y="5606075"/>
              <a:ext cx="360000" cy="360000"/>
            </a:xfrm>
            <a:custGeom>
              <a:avLst/>
              <a:gdLst>
                <a:gd name="connsiteX0" fmla="*/ 0 w 360000"/>
                <a:gd name="connsiteY0" fmla="*/ 0 h 360000"/>
                <a:gd name="connsiteX1" fmla="*/ 185104 w 360000"/>
                <a:gd name="connsiteY1" fmla="*/ 0 h 360000"/>
                <a:gd name="connsiteX2" fmla="*/ 185104 w 360000"/>
                <a:gd name="connsiteY2" fmla="*/ 172694 h 360000"/>
                <a:gd name="connsiteX3" fmla="*/ 360000 w 360000"/>
                <a:gd name="connsiteY3" fmla="*/ 172694 h 360000"/>
                <a:gd name="connsiteX4" fmla="*/ 360000 w 360000"/>
                <a:gd name="connsiteY4" fmla="*/ 360000 h 360000"/>
                <a:gd name="connsiteX5" fmla="*/ 0 w 360000"/>
                <a:gd name="connsiteY5" fmla="*/ 360000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6" fmla="*/ 276544 w 360000"/>
                <a:gd name="connsiteY6" fmla="*/ 264134 h 360000"/>
                <a:gd name="connsiteX0" fmla="*/ 185104 w 360000"/>
                <a:gd name="connsiteY0" fmla="*/ 172694 h 360000"/>
                <a:gd name="connsiteX1" fmla="*/ 360000 w 360000"/>
                <a:gd name="connsiteY1" fmla="*/ 172694 h 360000"/>
                <a:gd name="connsiteX2" fmla="*/ 360000 w 360000"/>
                <a:gd name="connsiteY2" fmla="*/ 360000 h 360000"/>
                <a:gd name="connsiteX3" fmla="*/ 0 w 360000"/>
                <a:gd name="connsiteY3" fmla="*/ 360000 h 360000"/>
                <a:gd name="connsiteX4" fmla="*/ 0 w 360000"/>
                <a:gd name="connsiteY4" fmla="*/ 0 h 360000"/>
                <a:gd name="connsiteX5" fmla="*/ 185104 w 360000"/>
                <a:gd name="connsiteY5" fmla="*/ 0 h 360000"/>
                <a:gd name="connsiteX0" fmla="*/ 360000 w 360000"/>
                <a:gd name="connsiteY0" fmla="*/ 172694 h 360000"/>
                <a:gd name="connsiteX1" fmla="*/ 360000 w 360000"/>
                <a:gd name="connsiteY1" fmla="*/ 360000 h 360000"/>
                <a:gd name="connsiteX2" fmla="*/ 0 w 360000"/>
                <a:gd name="connsiteY2" fmla="*/ 360000 h 360000"/>
                <a:gd name="connsiteX3" fmla="*/ 0 w 360000"/>
                <a:gd name="connsiteY3" fmla="*/ 0 h 360000"/>
                <a:gd name="connsiteX4" fmla="*/ 185104 w 360000"/>
                <a:gd name="connsiteY4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000" h="360000">
                  <a:moveTo>
                    <a:pt x="360000" y="172694"/>
                  </a:moveTo>
                  <a:lnTo>
                    <a:pt x="360000" y="360000"/>
                  </a:lnTo>
                  <a:lnTo>
                    <a:pt x="0" y="360000"/>
                  </a:lnTo>
                  <a:lnTo>
                    <a:pt x="0" y="0"/>
                  </a:lnTo>
                  <a:lnTo>
                    <a:pt x="185104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5909051"/>
      </p:ext>
    </p:extLst>
  </p:cSld>
  <p:clrMapOvr>
    <a:masterClrMapping/>
  </p:clrMapOvr>
  <p:transition spd="slow" advClick="0" advTm="1000">
    <p:push/>
  </p:transition>
</p:sld>
</file>

<file path=ppt/theme/theme1.xml><?xml version="1.0" encoding="utf-8"?>
<a:theme xmlns:a="http://schemas.openxmlformats.org/drawingml/2006/main" name="Default Theme">
  <a:themeElements>
    <a:clrScheme name="Proposal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C3C8D4"/>
      </a:accent1>
      <a:accent2>
        <a:srgbClr val="5B9ABA"/>
      </a:accent2>
      <a:accent3>
        <a:srgbClr val="1A7C7B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77071</TotalTime>
  <Words>113</Words>
  <Application>Microsoft Office PowerPoint</Application>
  <PresentationFormat>Custom</PresentationFormat>
  <Paragraphs>41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Charter Roman</vt:lpstr>
      <vt:lpstr>Montserrat</vt:lpstr>
      <vt:lpstr>Montserrat Medium</vt:lpstr>
      <vt:lpstr>Montserrat SemiBold</vt:lpstr>
      <vt:lpstr>Default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Аларон</dc:creator>
  <cp:lastModifiedBy>Tom Sherrard</cp:lastModifiedBy>
  <cp:revision>8338</cp:revision>
  <cp:lastPrinted>2023-12-12T17:24:49Z</cp:lastPrinted>
  <dcterms:created xsi:type="dcterms:W3CDTF">2014-11-12T21:47:38Z</dcterms:created>
  <dcterms:modified xsi:type="dcterms:W3CDTF">2025-12-16T19:36:57Z</dcterms:modified>
</cp:coreProperties>
</file>