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handoutMasterIdLst>
    <p:handoutMasterId r:id="rId8"/>
  </p:handoutMasterIdLst>
  <p:sldIdLst>
    <p:sldId id="3603" r:id="rId5"/>
    <p:sldId id="2619" r:id="rId6"/>
  </p:sldIdLst>
  <p:sldSz cx="24377650" cy="13716000"/>
  <p:notesSz cx="6858000" cy="9144000"/>
  <p:defaultTex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136" userDrawn="1">
          <p15:clr>
            <a:srgbClr val="A4A3A4"/>
          </p15:clr>
        </p15:guide>
        <p15:guide id="4" pos="14777" userDrawn="1">
          <p15:clr>
            <a:srgbClr val="A4A3A4"/>
          </p15:clr>
        </p15:guide>
        <p15:guide id="6" pos="557" userDrawn="1">
          <p15:clr>
            <a:srgbClr val="A4A3A4"/>
          </p15:clr>
        </p15:guide>
        <p15:guide id="8" orient="horz" pos="504" userDrawn="1">
          <p15:clr>
            <a:srgbClr val="A4A3A4"/>
          </p15:clr>
        </p15:guide>
        <p15:guide id="10" pos="6998" userDrawn="1">
          <p15:clr>
            <a:srgbClr val="A4A3A4"/>
          </p15:clr>
        </p15:guide>
        <p15:guide id="11" orient="horz" pos="432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dim Dianov" initials="VD" lastIdx="0" clrIdx="0">
    <p:extLst>
      <p:ext uri="{19B8F6BF-5375-455C-9EA6-DF929625EA0E}">
        <p15:presenceInfo xmlns:p15="http://schemas.microsoft.com/office/powerpoint/2012/main" userId="c0e40506cef35c63" providerId="Windows Live"/>
      </p:ext>
    </p:extLst>
  </p:cmAuthor>
  <p:cmAuthor id="2" name="Tim Michaels" initials="tm" lastIdx="1" clrIdx="1">
    <p:extLst>
      <p:ext uri="{19B8F6BF-5375-455C-9EA6-DF929625EA0E}">
        <p15:presenceInfo xmlns:p15="http://schemas.microsoft.com/office/powerpoint/2012/main" userId="184c5367642d7a9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00"/>
    <a:srgbClr val="29407E"/>
    <a:srgbClr val="97B8CD"/>
    <a:srgbClr val="4B5050"/>
    <a:srgbClr val="2960A1"/>
    <a:srgbClr val="7294C0"/>
    <a:srgbClr val="81878D"/>
    <a:srgbClr val="C3C8D4"/>
    <a:srgbClr val="2A60A0"/>
    <a:srgbClr val="0C276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85950" autoAdjust="0"/>
  </p:normalViewPr>
  <p:slideViewPr>
    <p:cSldViewPr snapToObjects="1">
      <p:cViewPr varScale="1">
        <p:scale>
          <a:sx n="46" d="100"/>
          <a:sy n="46" d="100"/>
        </p:scale>
        <p:origin x="1044" y="72"/>
      </p:cViewPr>
      <p:guideLst>
        <p:guide orient="horz" pos="8136"/>
        <p:guide pos="14777"/>
        <p:guide pos="557"/>
        <p:guide orient="horz" pos="504"/>
        <p:guide pos="6998"/>
        <p:guide orient="horz" pos="43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2" d="100"/>
        <a:sy n="52" d="100"/>
      </p:scale>
      <p:origin x="0" y="0"/>
    </p:cViewPr>
  </p:sorterViewPr>
  <p:notesViewPr>
    <p:cSldViewPr snapToObjects="1" showGuides="1">
      <p:cViewPr varScale="1">
        <p:scale>
          <a:sx n="87" d="100"/>
          <a:sy n="87" d="100"/>
        </p:scale>
        <p:origin x="298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D7A611-2048-4605-8D03-E3095CC75915}" type="datetimeFigureOut">
              <a:rPr lang="ru-RU" smtClean="0"/>
              <a:pPr/>
              <a:t>06.11.2024</a:t>
            </a:fld>
            <a:endParaRPr lang="ru-RU"/>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025B5DF-ECC1-4884-9553-BC4B4E4A44C7}" type="slidenum">
              <a:rPr lang="ru-RU" smtClean="0"/>
              <a:pPr/>
              <a:t>‹#›</a:t>
            </a:fld>
            <a:endParaRPr lang="ru-RU"/>
          </a:p>
        </p:txBody>
      </p:sp>
    </p:spTree>
    <p:extLst>
      <p:ext uri="{BB962C8B-B14F-4D97-AF65-F5344CB8AC3E}">
        <p14:creationId xmlns:p14="http://schemas.microsoft.com/office/powerpoint/2010/main" val="18953559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Light"/>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alibri Light"/>
              </a:defRPr>
            </a:lvl1pPr>
          </a:lstStyle>
          <a:p>
            <a:fld id="{EFC10EE1-B198-C942-8235-326C972CBB30}" type="datetimeFigureOut">
              <a:rPr lang="en-US" smtClean="0"/>
              <a:pPr/>
              <a:t>11/6/2024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Light"/>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Calibri Light"/>
              </a:defRPr>
            </a:lvl1pPr>
          </a:lstStyle>
          <a:p>
            <a:fld id="{006BE02D-20C0-F840-AFAC-BEA99C74FDC2}" type="slidenum">
              <a:rPr lang="en-US" smtClean="0"/>
              <a:pPr/>
              <a:t>‹#›</a:t>
            </a:fld>
            <a:endParaRPr lang="en-US" dirty="0"/>
          </a:p>
        </p:txBody>
      </p:sp>
    </p:spTree>
    <p:extLst>
      <p:ext uri="{BB962C8B-B14F-4D97-AF65-F5344CB8AC3E}">
        <p14:creationId xmlns:p14="http://schemas.microsoft.com/office/powerpoint/2010/main" val="3463289142"/>
      </p:ext>
    </p:extLst>
  </p:cSld>
  <p:clrMap bg1="lt1" tx1="dk1" bg2="lt2" tx2="dk2" accent1="accent1" accent2="accent2" accent3="accent3" accent4="accent4" accent5="accent5" accent6="accent6" hlink="hlink" folHlink="folHlink"/>
  <p:notesStyle>
    <a:lvl1pPr marL="0" algn="l" defTabSz="914217" rtl="0" eaLnBrk="1" latinLnBrk="0" hangingPunct="1">
      <a:defRPr sz="2400" kern="1200">
        <a:solidFill>
          <a:schemeClr val="tx1"/>
        </a:solidFill>
        <a:latin typeface="Calibri Light"/>
        <a:ea typeface="+mn-ea"/>
        <a:cs typeface="+mn-cs"/>
      </a:defRPr>
    </a:lvl1pPr>
    <a:lvl2pPr marL="914217" algn="l" defTabSz="914217" rtl="0" eaLnBrk="1" latinLnBrk="0" hangingPunct="1">
      <a:defRPr sz="2400" kern="1200">
        <a:solidFill>
          <a:schemeClr val="tx1"/>
        </a:solidFill>
        <a:latin typeface="Calibri Light"/>
        <a:ea typeface="+mn-ea"/>
        <a:cs typeface="+mn-cs"/>
      </a:defRPr>
    </a:lvl2pPr>
    <a:lvl3pPr marL="1828434" algn="l" defTabSz="914217" rtl="0" eaLnBrk="1" latinLnBrk="0" hangingPunct="1">
      <a:defRPr sz="2400" kern="1200">
        <a:solidFill>
          <a:schemeClr val="tx1"/>
        </a:solidFill>
        <a:latin typeface="Calibri Light"/>
        <a:ea typeface="+mn-ea"/>
        <a:cs typeface="+mn-cs"/>
      </a:defRPr>
    </a:lvl3pPr>
    <a:lvl4pPr marL="2742651" algn="l" defTabSz="914217" rtl="0" eaLnBrk="1" latinLnBrk="0" hangingPunct="1">
      <a:defRPr sz="2400" kern="1200">
        <a:solidFill>
          <a:schemeClr val="tx1"/>
        </a:solidFill>
        <a:latin typeface="Calibri Light"/>
        <a:ea typeface="+mn-ea"/>
        <a:cs typeface="+mn-cs"/>
      </a:defRPr>
    </a:lvl4pPr>
    <a:lvl5pPr marL="3656868" algn="l" defTabSz="914217" rtl="0" eaLnBrk="1" latinLnBrk="0" hangingPunct="1">
      <a:defRPr sz="2400" kern="1200">
        <a:solidFill>
          <a:schemeClr val="tx1"/>
        </a:solidFill>
        <a:latin typeface="Calibri Light"/>
        <a:ea typeface="+mn-ea"/>
        <a:cs typeface="+mn-cs"/>
      </a:defRPr>
    </a:lvl5pPr>
    <a:lvl6pPr marL="4571086" algn="l" defTabSz="914217" rtl="0" eaLnBrk="1" latinLnBrk="0" hangingPunct="1">
      <a:defRPr sz="2400" kern="1200">
        <a:solidFill>
          <a:schemeClr val="tx1"/>
        </a:solidFill>
        <a:latin typeface="+mn-lt"/>
        <a:ea typeface="+mn-ea"/>
        <a:cs typeface="+mn-cs"/>
      </a:defRPr>
    </a:lvl6pPr>
    <a:lvl7pPr marL="5485303" algn="l" defTabSz="914217" rtl="0" eaLnBrk="1" latinLnBrk="0" hangingPunct="1">
      <a:defRPr sz="2400" kern="1200">
        <a:solidFill>
          <a:schemeClr val="tx1"/>
        </a:solidFill>
        <a:latin typeface="+mn-lt"/>
        <a:ea typeface="+mn-ea"/>
        <a:cs typeface="+mn-cs"/>
      </a:defRPr>
    </a:lvl7pPr>
    <a:lvl8pPr marL="6399520" algn="l" defTabSz="914217" rtl="0" eaLnBrk="1" latinLnBrk="0" hangingPunct="1">
      <a:defRPr sz="2400" kern="1200">
        <a:solidFill>
          <a:schemeClr val="tx1"/>
        </a:solidFill>
        <a:latin typeface="+mn-lt"/>
        <a:ea typeface="+mn-ea"/>
        <a:cs typeface="+mn-cs"/>
      </a:defRPr>
    </a:lvl8pPr>
    <a:lvl9pPr marL="7313737" algn="l" defTabSz="914217"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ko-KR" sz="2400" dirty="0">
              <a:solidFill>
                <a:schemeClr val="tx2"/>
              </a:solidFill>
              <a:latin typeface="Hind" panose="02000000000000000000" pitchFamily="2" charset="0"/>
            </a:endParaRPr>
          </a:p>
        </p:txBody>
      </p:sp>
      <p:sp>
        <p:nvSpPr>
          <p:cNvPr id="4" name="Slide Number Placeholder 3"/>
          <p:cNvSpPr>
            <a:spLocks noGrp="1"/>
          </p:cNvSpPr>
          <p:nvPr>
            <p:ph type="sldNum" sz="quarter" idx="5"/>
          </p:nvPr>
        </p:nvSpPr>
        <p:spPr/>
        <p:txBody>
          <a:bodyPr/>
          <a:lstStyle/>
          <a:p>
            <a:fld id="{006BE02D-20C0-F840-AFAC-BEA99C74FDC2}" type="slidenum">
              <a:rPr lang="en-US" smtClean="0"/>
              <a:pPr/>
              <a:t>1</a:t>
            </a:fld>
            <a:endParaRPr lang="en-US" dirty="0"/>
          </a:p>
        </p:txBody>
      </p:sp>
    </p:spTree>
    <p:extLst>
      <p:ext uri="{BB962C8B-B14F-4D97-AF65-F5344CB8AC3E}">
        <p14:creationId xmlns:p14="http://schemas.microsoft.com/office/powerpoint/2010/main" val="3592221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6BE02D-20C0-F840-AFAC-BEA99C74FDC2}" type="slidenum">
              <a:rPr lang="en-US" smtClean="0"/>
              <a:pPr/>
              <a:t>2</a:t>
            </a:fld>
            <a:endParaRPr lang="en-US" dirty="0"/>
          </a:p>
        </p:txBody>
      </p:sp>
    </p:spTree>
    <p:extLst>
      <p:ext uri="{BB962C8B-B14F-4D97-AF65-F5344CB8AC3E}">
        <p14:creationId xmlns:p14="http://schemas.microsoft.com/office/powerpoint/2010/main" val="1296109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42541E0-F91B-4F74-BE17-E965478025CD}"/>
              </a:ext>
            </a:extLst>
          </p:cNvPr>
          <p:cNvSpPr>
            <a:spLocks noGrp="1"/>
          </p:cNvSpPr>
          <p:nvPr>
            <p:ph type="pic" sz="quarter" idx="10"/>
          </p:nvPr>
        </p:nvSpPr>
        <p:spPr>
          <a:xfrm>
            <a:off x="1104695" y="1002890"/>
            <a:ext cx="22168260" cy="11710220"/>
          </a:xfrm>
          <a:prstGeom prst="rect">
            <a:avLst/>
          </a:prstGeom>
        </p:spPr>
        <p:txBody>
          <a:bodyPr/>
          <a:lstStyle/>
          <a:p>
            <a:endParaRPr lang="ru-RU"/>
          </a:p>
        </p:txBody>
      </p:sp>
    </p:spTree>
    <p:extLst>
      <p:ext uri="{BB962C8B-B14F-4D97-AF65-F5344CB8AC3E}">
        <p14:creationId xmlns:p14="http://schemas.microsoft.com/office/powerpoint/2010/main" val="70392870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855E5DE-5421-4B8C-A881-46EF8A6EBEF4}"/>
              </a:ext>
            </a:extLst>
          </p:cNvPr>
          <p:cNvSpPr>
            <a:spLocks noGrp="1"/>
          </p:cNvSpPr>
          <p:nvPr>
            <p:ph type="pic" sz="quarter" idx="10"/>
          </p:nvPr>
        </p:nvSpPr>
        <p:spPr>
          <a:xfrm>
            <a:off x="18321552" y="4876653"/>
            <a:ext cx="6056097" cy="8839347"/>
          </a:xfrm>
          <a:prstGeom prst="rect">
            <a:avLst/>
          </a:prstGeom>
        </p:spPr>
        <p:txBody>
          <a:bodyPr/>
          <a:lstStyle/>
          <a:p>
            <a:endParaRPr lang="ru-RU"/>
          </a:p>
        </p:txBody>
      </p:sp>
    </p:spTree>
    <p:extLst>
      <p:ext uri="{BB962C8B-B14F-4D97-AF65-F5344CB8AC3E}">
        <p14:creationId xmlns:p14="http://schemas.microsoft.com/office/powerpoint/2010/main" val="398768047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3">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76790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0C70A35-E71E-4E02-873B-6EB2710FF268}"/>
              </a:ext>
            </a:extLst>
          </p:cNvPr>
          <p:cNvSpPr>
            <a:spLocks noGrp="1"/>
          </p:cNvSpPr>
          <p:nvPr>
            <p:ph type="pic" sz="quarter" idx="10"/>
          </p:nvPr>
        </p:nvSpPr>
        <p:spPr>
          <a:xfrm>
            <a:off x="1597024" y="9525000"/>
            <a:ext cx="18135599" cy="4191000"/>
          </a:xfrm>
          <a:prstGeom prst="rect">
            <a:avLst/>
          </a:prstGeom>
        </p:spPr>
        <p:txBody>
          <a:bodyPr/>
          <a:lstStyle/>
          <a:p>
            <a:endParaRPr lang="ru-RU"/>
          </a:p>
        </p:txBody>
      </p:sp>
    </p:spTree>
    <p:extLst>
      <p:ext uri="{BB962C8B-B14F-4D97-AF65-F5344CB8AC3E}">
        <p14:creationId xmlns:p14="http://schemas.microsoft.com/office/powerpoint/2010/main" val="22933601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04424A9-01FF-43A9-B69C-9227F172898B}"/>
              </a:ext>
            </a:extLst>
          </p:cNvPr>
          <p:cNvSpPr>
            <a:spLocks noGrp="1"/>
          </p:cNvSpPr>
          <p:nvPr>
            <p:ph type="pic" sz="quarter" idx="10"/>
          </p:nvPr>
        </p:nvSpPr>
        <p:spPr>
          <a:xfrm>
            <a:off x="0" y="-1"/>
            <a:ext cx="19732621" cy="6857999"/>
          </a:xfrm>
          <a:prstGeom prst="rect">
            <a:avLst/>
          </a:prstGeom>
        </p:spPr>
        <p:txBody>
          <a:bodyPr/>
          <a:lstStyle/>
          <a:p>
            <a:endParaRPr lang="ru-RU"/>
          </a:p>
        </p:txBody>
      </p:sp>
    </p:spTree>
    <p:extLst>
      <p:ext uri="{BB962C8B-B14F-4D97-AF65-F5344CB8AC3E}">
        <p14:creationId xmlns:p14="http://schemas.microsoft.com/office/powerpoint/2010/main" val="15734820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6">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9CF595E-0799-4278-ACD9-2BD69540AFE0}"/>
              </a:ext>
            </a:extLst>
          </p:cNvPr>
          <p:cNvSpPr>
            <a:spLocks noGrp="1"/>
          </p:cNvSpPr>
          <p:nvPr>
            <p:ph type="pic" sz="quarter" idx="10"/>
          </p:nvPr>
        </p:nvSpPr>
        <p:spPr>
          <a:xfrm>
            <a:off x="12188825" y="0"/>
            <a:ext cx="12188826" cy="6862486"/>
          </a:xfrm>
          <a:prstGeom prst="rect">
            <a:avLst/>
          </a:prstGeom>
        </p:spPr>
        <p:txBody>
          <a:bodyPr/>
          <a:lstStyle/>
          <a:p>
            <a:endParaRPr lang="ru-RU"/>
          </a:p>
        </p:txBody>
      </p:sp>
    </p:spTree>
    <p:extLst>
      <p:ext uri="{BB962C8B-B14F-4D97-AF65-F5344CB8AC3E}">
        <p14:creationId xmlns:p14="http://schemas.microsoft.com/office/powerpoint/2010/main" val="85914138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7">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E5ED7C-9622-4AEA-A4E8-BE585D684235}"/>
              </a:ext>
            </a:extLst>
          </p:cNvPr>
          <p:cNvSpPr>
            <a:spLocks noGrp="1"/>
          </p:cNvSpPr>
          <p:nvPr>
            <p:ph type="pic" sz="quarter" idx="10"/>
          </p:nvPr>
        </p:nvSpPr>
        <p:spPr>
          <a:xfrm>
            <a:off x="0" y="6862489"/>
            <a:ext cx="12188825" cy="6853511"/>
          </a:xfrm>
          <a:prstGeom prst="rect">
            <a:avLst/>
          </a:prstGeom>
        </p:spPr>
        <p:txBody>
          <a:bodyPr/>
          <a:lstStyle/>
          <a:p>
            <a:endParaRPr lang="ru-RU"/>
          </a:p>
        </p:txBody>
      </p:sp>
    </p:spTree>
    <p:extLst>
      <p:ext uri="{BB962C8B-B14F-4D97-AF65-F5344CB8AC3E}">
        <p14:creationId xmlns:p14="http://schemas.microsoft.com/office/powerpoint/2010/main" val="154548668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263553D-4BE0-469E-AF3F-1C864ECFBD09}"/>
              </a:ext>
            </a:extLst>
          </p:cNvPr>
          <p:cNvSpPr>
            <a:spLocks noGrp="1"/>
          </p:cNvSpPr>
          <p:nvPr>
            <p:ph type="pic" sz="quarter" idx="10"/>
          </p:nvPr>
        </p:nvSpPr>
        <p:spPr>
          <a:xfrm>
            <a:off x="1633178" y="5612102"/>
            <a:ext cx="12155846" cy="8103898"/>
          </a:xfrm>
          <a:prstGeom prst="rect">
            <a:avLst/>
          </a:prstGeom>
        </p:spPr>
        <p:txBody>
          <a:bodyPr/>
          <a:lstStyle/>
          <a:p>
            <a:endParaRPr lang="ru-RU"/>
          </a:p>
        </p:txBody>
      </p:sp>
    </p:spTree>
    <p:extLst>
      <p:ext uri="{BB962C8B-B14F-4D97-AF65-F5344CB8AC3E}">
        <p14:creationId xmlns:p14="http://schemas.microsoft.com/office/powerpoint/2010/main" val="103291722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9">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32862D51-B2C9-4DA3-9FC1-5CA10F2978C5}"/>
              </a:ext>
            </a:extLst>
          </p:cNvPr>
          <p:cNvSpPr>
            <a:spLocks noGrp="1"/>
          </p:cNvSpPr>
          <p:nvPr>
            <p:ph type="pic" sz="quarter" idx="11"/>
          </p:nvPr>
        </p:nvSpPr>
        <p:spPr>
          <a:xfrm>
            <a:off x="14551025" y="5650202"/>
            <a:ext cx="9826624" cy="8065798"/>
          </a:xfrm>
          <a:prstGeom prst="rect">
            <a:avLst/>
          </a:prstGeom>
        </p:spPr>
        <p:txBody>
          <a:bodyPr/>
          <a:lstStyle/>
          <a:p>
            <a:endParaRPr lang="ru-RU"/>
          </a:p>
        </p:txBody>
      </p:sp>
      <p:sp>
        <p:nvSpPr>
          <p:cNvPr id="4" name="Picture Placeholder 3">
            <a:extLst>
              <a:ext uri="{FF2B5EF4-FFF2-40B4-BE49-F238E27FC236}">
                <a16:creationId xmlns:a16="http://schemas.microsoft.com/office/drawing/2014/main" id="{3A1A9656-62A9-4578-BB7E-29CF845ED2B5}"/>
              </a:ext>
            </a:extLst>
          </p:cNvPr>
          <p:cNvSpPr>
            <a:spLocks noGrp="1"/>
          </p:cNvSpPr>
          <p:nvPr>
            <p:ph type="pic" sz="quarter" idx="10"/>
          </p:nvPr>
        </p:nvSpPr>
        <p:spPr>
          <a:xfrm>
            <a:off x="1633178" y="0"/>
            <a:ext cx="12155846" cy="8103898"/>
          </a:xfrm>
          <a:prstGeom prst="rect">
            <a:avLst/>
          </a:prstGeom>
        </p:spPr>
        <p:txBody>
          <a:bodyPr/>
          <a:lstStyle/>
          <a:p>
            <a:endParaRPr lang="ru-RU"/>
          </a:p>
        </p:txBody>
      </p:sp>
    </p:spTree>
    <p:extLst>
      <p:ext uri="{BB962C8B-B14F-4D97-AF65-F5344CB8AC3E}">
        <p14:creationId xmlns:p14="http://schemas.microsoft.com/office/powerpoint/2010/main" val="37568544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lide #10">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32A35DB-8F4B-4D00-9035-84F3C73D347D}"/>
              </a:ext>
            </a:extLst>
          </p:cNvPr>
          <p:cNvSpPr>
            <a:spLocks noGrp="1"/>
          </p:cNvSpPr>
          <p:nvPr>
            <p:ph type="pic" sz="quarter" idx="10"/>
          </p:nvPr>
        </p:nvSpPr>
        <p:spPr>
          <a:xfrm>
            <a:off x="14551026" y="0"/>
            <a:ext cx="9826623" cy="8065798"/>
          </a:xfrm>
          <a:prstGeom prst="rect">
            <a:avLst/>
          </a:prstGeom>
        </p:spPr>
        <p:txBody>
          <a:bodyPr/>
          <a:lstStyle/>
          <a:p>
            <a:endParaRPr lang="ru-RU"/>
          </a:p>
        </p:txBody>
      </p:sp>
      <p:sp>
        <p:nvSpPr>
          <p:cNvPr id="6" name="Picture Placeholder 4">
            <a:extLst>
              <a:ext uri="{FF2B5EF4-FFF2-40B4-BE49-F238E27FC236}">
                <a16:creationId xmlns:a16="http://schemas.microsoft.com/office/drawing/2014/main" id="{EB10E16D-A608-44ED-8BE4-711182907417}"/>
              </a:ext>
            </a:extLst>
          </p:cNvPr>
          <p:cNvSpPr>
            <a:spLocks noGrp="1"/>
          </p:cNvSpPr>
          <p:nvPr>
            <p:ph type="pic" sz="quarter" idx="11"/>
          </p:nvPr>
        </p:nvSpPr>
        <p:spPr>
          <a:xfrm>
            <a:off x="1630002" y="5650202"/>
            <a:ext cx="12155846" cy="8065798"/>
          </a:xfrm>
          <a:prstGeom prst="rect">
            <a:avLst/>
          </a:prstGeom>
        </p:spPr>
        <p:txBody>
          <a:bodyPr/>
          <a:lstStyle/>
          <a:p>
            <a:endParaRPr lang="ru-RU"/>
          </a:p>
        </p:txBody>
      </p:sp>
    </p:spTree>
    <p:extLst>
      <p:ext uri="{BB962C8B-B14F-4D97-AF65-F5344CB8AC3E}">
        <p14:creationId xmlns:p14="http://schemas.microsoft.com/office/powerpoint/2010/main" val="18079575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lide #1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84032D-3ADE-4F68-AA96-22672421068F}"/>
              </a:ext>
            </a:extLst>
          </p:cNvPr>
          <p:cNvSpPr>
            <a:spLocks noGrp="1"/>
          </p:cNvSpPr>
          <p:nvPr>
            <p:ph type="pic" sz="quarter" idx="10"/>
          </p:nvPr>
        </p:nvSpPr>
        <p:spPr>
          <a:xfrm>
            <a:off x="14893927" y="0"/>
            <a:ext cx="9483722" cy="7907726"/>
          </a:xfrm>
          <a:prstGeom prst="rect">
            <a:avLst/>
          </a:prstGeom>
        </p:spPr>
        <p:txBody>
          <a:bodyPr/>
          <a:lstStyle/>
          <a:p>
            <a:endParaRPr lang="ru-RU"/>
          </a:p>
        </p:txBody>
      </p:sp>
      <p:sp>
        <p:nvSpPr>
          <p:cNvPr id="9" name="Picture Placeholder 2">
            <a:extLst>
              <a:ext uri="{FF2B5EF4-FFF2-40B4-BE49-F238E27FC236}">
                <a16:creationId xmlns:a16="http://schemas.microsoft.com/office/drawing/2014/main" id="{2C0D2747-9C40-4FFA-B222-31B7204DB6CE}"/>
              </a:ext>
            </a:extLst>
          </p:cNvPr>
          <p:cNvSpPr>
            <a:spLocks noGrp="1"/>
          </p:cNvSpPr>
          <p:nvPr>
            <p:ph type="pic" sz="quarter" idx="11"/>
          </p:nvPr>
        </p:nvSpPr>
        <p:spPr>
          <a:xfrm>
            <a:off x="-3174" y="7907726"/>
            <a:ext cx="14897101" cy="5846374"/>
          </a:xfrm>
          <a:prstGeom prst="rect">
            <a:avLst/>
          </a:prstGeom>
        </p:spPr>
        <p:txBody>
          <a:bodyPr/>
          <a:lstStyle/>
          <a:p>
            <a:endParaRPr lang="ru-RU"/>
          </a:p>
        </p:txBody>
      </p:sp>
    </p:spTree>
    <p:extLst>
      <p:ext uri="{BB962C8B-B14F-4D97-AF65-F5344CB8AC3E}">
        <p14:creationId xmlns:p14="http://schemas.microsoft.com/office/powerpoint/2010/main" val="179358039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lide #1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23B3977-E7BC-4867-B2CC-7C1870487A39}"/>
              </a:ext>
            </a:extLst>
          </p:cNvPr>
          <p:cNvSpPr>
            <a:spLocks noGrp="1"/>
          </p:cNvSpPr>
          <p:nvPr>
            <p:ph type="pic" sz="quarter" idx="10"/>
          </p:nvPr>
        </p:nvSpPr>
        <p:spPr>
          <a:xfrm>
            <a:off x="14893928" y="-1"/>
            <a:ext cx="9483722" cy="13715995"/>
          </a:xfrm>
          <a:prstGeom prst="rect">
            <a:avLst/>
          </a:prstGeom>
        </p:spPr>
        <p:txBody>
          <a:bodyPr/>
          <a:lstStyle/>
          <a:p>
            <a:endParaRPr lang="ru-RU"/>
          </a:p>
        </p:txBody>
      </p:sp>
    </p:spTree>
    <p:extLst>
      <p:ext uri="{BB962C8B-B14F-4D97-AF65-F5344CB8AC3E}">
        <p14:creationId xmlns:p14="http://schemas.microsoft.com/office/powerpoint/2010/main" val="166702378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1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356DB90-15F5-4E36-B1DA-68553C9D96E2}"/>
              </a:ext>
            </a:extLst>
          </p:cNvPr>
          <p:cNvSpPr>
            <a:spLocks noGrp="1"/>
          </p:cNvSpPr>
          <p:nvPr>
            <p:ph type="pic" sz="quarter" idx="10"/>
          </p:nvPr>
        </p:nvSpPr>
        <p:spPr>
          <a:xfrm>
            <a:off x="-2" y="0"/>
            <a:ext cx="8125883" cy="13715994"/>
          </a:xfrm>
          <a:prstGeom prst="rect">
            <a:avLst/>
          </a:prstGeom>
        </p:spPr>
        <p:txBody>
          <a:bodyPr/>
          <a:lstStyle/>
          <a:p>
            <a:endParaRPr lang="ru-RU"/>
          </a:p>
        </p:txBody>
      </p:sp>
      <p:sp>
        <p:nvSpPr>
          <p:cNvPr id="8" name="Picture Placeholder 6">
            <a:extLst>
              <a:ext uri="{FF2B5EF4-FFF2-40B4-BE49-F238E27FC236}">
                <a16:creationId xmlns:a16="http://schemas.microsoft.com/office/drawing/2014/main" id="{A86C16D2-60C4-4B5B-9DFA-AFAD735AF923}"/>
              </a:ext>
            </a:extLst>
          </p:cNvPr>
          <p:cNvSpPr>
            <a:spLocks noGrp="1"/>
          </p:cNvSpPr>
          <p:nvPr>
            <p:ph type="pic" sz="quarter" idx="11"/>
          </p:nvPr>
        </p:nvSpPr>
        <p:spPr>
          <a:xfrm>
            <a:off x="8122706" y="0"/>
            <a:ext cx="8125883" cy="13715994"/>
          </a:xfrm>
          <a:prstGeom prst="rect">
            <a:avLst/>
          </a:prstGeom>
        </p:spPr>
        <p:txBody>
          <a:bodyPr/>
          <a:lstStyle/>
          <a:p>
            <a:endParaRPr lang="ru-RU"/>
          </a:p>
        </p:txBody>
      </p:sp>
      <p:sp>
        <p:nvSpPr>
          <p:cNvPr id="9" name="Picture Placeholder 6">
            <a:extLst>
              <a:ext uri="{FF2B5EF4-FFF2-40B4-BE49-F238E27FC236}">
                <a16:creationId xmlns:a16="http://schemas.microsoft.com/office/drawing/2014/main" id="{54505227-3902-416C-A115-6737AFD8A7D5}"/>
              </a:ext>
            </a:extLst>
          </p:cNvPr>
          <p:cNvSpPr>
            <a:spLocks noGrp="1"/>
          </p:cNvSpPr>
          <p:nvPr>
            <p:ph type="pic" sz="quarter" idx="12"/>
          </p:nvPr>
        </p:nvSpPr>
        <p:spPr>
          <a:xfrm>
            <a:off x="16242237" y="0"/>
            <a:ext cx="8125883" cy="13715994"/>
          </a:xfrm>
          <a:prstGeom prst="rect">
            <a:avLst/>
          </a:prstGeom>
        </p:spPr>
        <p:txBody>
          <a:bodyPr/>
          <a:lstStyle/>
          <a:p>
            <a:endParaRPr lang="ru-RU"/>
          </a:p>
        </p:txBody>
      </p:sp>
    </p:spTree>
    <p:extLst>
      <p:ext uri="{BB962C8B-B14F-4D97-AF65-F5344CB8AC3E}">
        <p14:creationId xmlns:p14="http://schemas.microsoft.com/office/powerpoint/2010/main" val="25997927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1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CCAD776-EC6F-4E01-93DA-D1A4F037A3BD}"/>
              </a:ext>
            </a:extLst>
          </p:cNvPr>
          <p:cNvSpPr>
            <a:spLocks noGrp="1"/>
          </p:cNvSpPr>
          <p:nvPr>
            <p:ph type="pic" sz="quarter" idx="10"/>
          </p:nvPr>
        </p:nvSpPr>
        <p:spPr>
          <a:xfrm>
            <a:off x="0" y="0"/>
            <a:ext cx="24377649" cy="13716000"/>
          </a:xfrm>
          <a:prstGeom prst="rect">
            <a:avLst/>
          </a:prstGeom>
        </p:spPr>
        <p:txBody>
          <a:bodyPr/>
          <a:lstStyle/>
          <a:p>
            <a:endParaRPr lang="ru-RU"/>
          </a:p>
        </p:txBody>
      </p:sp>
    </p:spTree>
    <p:extLst>
      <p:ext uri="{BB962C8B-B14F-4D97-AF65-F5344CB8AC3E}">
        <p14:creationId xmlns:p14="http://schemas.microsoft.com/office/powerpoint/2010/main" val="57403502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15">
    <p:spTree>
      <p:nvGrpSpPr>
        <p:cNvPr id="1" name=""/>
        <p:cNvGrpSpPr/>
        <p:nvPr/>
      </p:nvGrpSpPr>
      <p:grpSpPr>
        <a:xfrm>
          <a:off x="0" y="0"/>
          <a:ext cx="0" cy="0"/>
          <a:chOff x="0" y="0"/>
          <a:chExt cx="0" cy="0"/>
        </a:xfrm>
      </p:grpSpPr>
      <p:sp>
        <p:nvSpPr>
          <p:cNvPr id="13" name="Picture Placeholder 7">
            <a:extLst>
              <a:ext uri="{FF2B5EF4-FFF2-40B4-BE49-F238E27FC236}">
                <a16:creationId xmlns:a16="http://schemas.microsoft.com/office/drawing/2014/main" id="{978F8A87-0D3C-4835-8E94-C1463994ADFB}"/>
              </a:ext>
            </a:extLst>
          </p:cNvPr>
          <p:cNvSpPr>
            <a:spLocks noGrp="1"/>
          </p:cNvSpPr>
          <p:nvPr>
            <p:ph type="pic" sz="quarter" idx="11"/>
          </p:nvPr>
        </p:nvSpPr>
        <p:spPr>
          <a:xfrm>
            <a:off x="8056102" y="5637016"/>
            <a:ext cx="2819400" cy="2819400"/>
          </a:xfrm>
          <a:prstGeom prst="ellipse">
            <a:avLst/>
          </a:prstGeom>
        </p:spPr>
        <p:txBody>
          <a:bodyPr/>
          <a:lstStyle/>
          <a:p>
            <a:endParaRPr lang="ru-RU"/>
          </a:p>
        </p:txBody>
      </p:sp>
      <p:sp>
        <p:nvSpPr>
          <p:cNvPr id="14" name="Picture Placeholder 7">
            <a:extLst>
              <a:ext uri="{FF2B5EF4-FFF2-40B4-BE49-F238E27FC236}">
                <a16:creationId xmlns:a16="http://schemas.microsoft.com/office/drawing/2014/main" id="{6BDA02A8-EBDE-43F7-B6B4-081CDC3A0AAD}"/>
              </a:ext>
            </a:extLst>
          </p:cNvPr>
          <p:cNvSpPr>
            <a:spLocks noGrp="1"/>
          </p:cNvSpPr>
          <p:nvPr>
            <p:ph type="pic" sz="quarter" idx="12"/>
          </p:nvPr>
        </p:nvSpPr>
        <p:spPr>
          <a:xfrm>
            <a:off x="13428202" y="5637016"/>
            <a:ext cx="2819400" cy="2819400"/>
          </a:xfrm>
          <a:prstGeom prst="ellipse">
            <a:avLst/>
          </a:prstGeom>
        </p:spPr>
        <p:txBody>
          <a:bodyPr/>
          <a:lstStyle/>
          <a:p>
            <a:endParaRPr lang="ru-RU"/>
          </a:p>
        </p:txBody>
      </p:sp>
      <p:sp>
        <p:nvSpPr>
          <p:cNvPr id="15" name="Picture Placeholder 7">
            <a:extLst>
              <a:ext uri="{FF2B5EF4-FFF2-40B4-BE49-F238E27FC236}">
                <a16:creationId xmlns:a16="http://schemas.microsoft.com/office/drawing/2014/main" id="{6B00EC06-B140-4D08-B5A1-D063A7408877}"/>
              </a:ext>
            </a:extLst>
          </p:cNvPr>
          <p:cNvSpPr>
            <a:spLocks noGrp="1"/>
          </p:cNvSpPr>
          <p:nvPr>
            <p:ph type="pic" sz="quarter" idx="13"/>
          </p:nvPr>
        </p:nvSpPr>
        <p:spPr>
          <a:xfrm>
            <a:off x="18782379" y="5637016"/>
            <a:ext cx="2819400" cy="2819400"/>
          </a:xfrm>
          <a:prstGeom prst="ellipse">
            <a:avLst/>
          </a:prstGeom>
        </p:spPr>
        <p:txBody>
          <a:bodyPr/>
          <a:lstStyle/>
          <a:p>
            <a:endParaRPr lang="ru-RU"/>
          </a:p>
        </p:txBody>
      </p:sp>
      <p:sp>
        <p:nvSpPr>
          <p:cNvPr id="8" name="Picture Placeholder 7">
            <a:extLst>
              <a:ext uri="{FF2B5EF4-FFF2-40B4-BE49-F238E27FC236}">
                <a16:creationId xmlns:a16="http://schemas.microsoft.com/office/drawing/2014/main" id="{41E58582-3F38-481E-8D39-56EC30CC1F52}"/>
              </a:ext>
            </a:extLst>
          </p:cNvPr>
          <p:cNvSpPr>
            <a:spLocks noGrp="1"/>
          </p:cNvSpPr>
          <p:nvPr>
            <p:ph type="pic" sz="quarter" idx="10"/>
          </p:nvPr>
        </p:nvSpPr>
        <p:spPr>
          <a:xfrm>
            <a:off x="2684002" y="5637016"/>
            <a:ext cx="2819400" cy="2819400"/>
          </a:xfrm>
          <a:prstGeom prst="ellipse">
            <a:avLst/>
          </a:prstGeom>
        </p:spPr>
        <p:txBody>
          <a:bodyPr/>
          <a:lstStyle/>
          <a:p>
            <a:endParaRPr lang="ru-RU"/>
          </a:p>
        </p:txBody>
      </p:sp>
    </p:spTree>
    <p:extLst>
      <p:ext uri="{BB962C8B-B14F-4D97-AF65-F5344CB8AC3E}">
        <p14:creationId xmlns:p14="http://schemas.microsoft.com/office/powerpoint/2010/main" val="23139719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1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198788-AFF9-4E05-AF04-93C319F5A64A}"/>
              </a:ext>
            </a:extLst>
          </p:cNvPr>
          <p:cNvSpPr>
            <a:spLocks noGrp="1"/>
          </p:cNvSpPr>
          <p:nvPr>
            <p:ph type="pic" sz="quarter" idx="10"/>
          </p:nvPr>
        </p:nvSpPr>
        <p:spPr>
          <a:xfrm>
            <a:off x="9293224" y="5562599"/>
            <a:ext cx="5948723" cy="6019799"/>
          </a:xfrm>
          <a:prstGeom prst="rect">
            <a:avLst/>
          </a:prstGeom>
        </p:spPr>
        <p:txBody>
          <a:bodyPr/>
          <a:lstStyle/>
          <a:p>
            <a:endParaRPr lang="ru-RU"/>
          </a:p>
        </p:txBody>
      </p:sp>
    </p:spTree>
    <p:extLst>
      <p:ext uri="{BB962C8B-B14F-4D97-AF65-F5344CB8AC3E}">
        <p14:creationId xmlns:p14="http://schemas.microsoft.com/office/powerpoint/2010/main" val="20240533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17">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95BA1982-CA78-4EAD-B0C7-1F10B49BCE73}"/>
              </a:ext>
            </a:extLst>
          </p:cNvPr>
          <p:cNvSpPr>
            <a:spLocks noGrp="1"/>
          </p:cNvSpPr>
          <p:nvPr>
            <p:ph type="pic" sz="quarter" idx="10"/>
          </p:nvPr>
        </p:nvSpPr>
        <p:spPr>
          <a:xfrm>
            <a:off x="2587625" y="5198806"/>
            <a:ext cx="4761104" cy="4761104"/>
          </a:xfrm>
          <a:prstGeom prst="ellipse">
            <a:avLst/>
          </a:prstGeom>
        </p:spPr>
        <p:txBody>
          <a:bodyPr/>
          <a:lstStyle/>
          <a:p>
            <a:endParaRPr lang="ru-RU"/>
          </a:p>
        </p:txBody>
      </p:sp>
      <p:sp>
        <p:nvSpPr>
          <p:cNvPr id="6" name="Picture Placeholder 7">
            <a:extLst>
              <a:ext uri="{FF2B5EF4-FFF2-40B4-BE49-F238E27FC236}">
                <a16:creationId xmlns:a16="http://schemas.microsoft.com/office/drawing/2014/main" id="{80D0BE03-0C95-4B1D-9413-075B157AF0F4}"/>
              </a:ext>
            </a:extLst>
          </p:cNvPr>
          <p:cNvSpPr>
            <a:spLocks noGrp="1"/>
          </p:cNvSpPr>
          <p:nvPr>
            <p:ph type="pic" sz="quarter" idx="11"/>
          </p:nvPr>
        </p:nvSpPr>
        <p:spPr>
          <a:xfrm>
            <a:off x="9789466" y="5198806"/>
            <a:ext cx="4761104" cy="4761104"/>
          </a:xfrm>
          <a:prstGeom prst="ellipse">
            <a:avLst/>
          </a:prstGeom>
        </p:spPr>
        <p:txBody>
          <a:bodyPr/>
          <a:lstStyle/>
          <a:p>
            <a:endParaRPr lang="ru-RU"/>
          </a:p>
        </p:txBody>
      </p:sp>
      <p:sp>
        <p:nvSpPr>
          <p:cNvPr id="7" name="Picture Placeholder 7">
            <a:extLst>
              <a:ext uri="{FF2B5EF4-FFF2-40B4-BE49-F238E27FC236}">
                <a16:creationId xmlns:a16="http://schemas.microsoft.com/office/drawing/2014/main" id="{EF9CA010-7949-4D55-82C5-9EB5F0FED35E}"/>
              </a:ext>
            </a:extLst>
          </p:cNvPr>
          <p:cNvSpPr>
            <a:spLocks noGrp="1"/>
          </p:cNvSpPr>
          <p:nvPr>
            <p:ph type="pic" sz="quarter" idx="12"/>
          </p:nvPr>
        </p:nvSpPr>
        <p:spPr>
          <a:xfrm>
            <a:off x="16863373" y="5198806"/>
            <a:ext cx="4761104" cy="4761104"/>
          </a:xfrm>
          <a:prstGeom prst="ellipse">
            <a:avLst/>
          </a:prstGeom>
        </p:spPr>
        <p:txBody>
          <a:bodyPr/>
          <a:lstStyle/>
          <a:p>
            <a:endParaRPr lang="ru-RU"/>
          </a:p>
        </p:txBody>
      </p:sp>
    </p:spTree>
    <p:extLst>
      <p:ext uri="{BB962C8B-B14F-4D97-AF65-F5344CB8AC3E}">
        <p14:creationId xmlns:p14="http://schemas.microsoft.com/office/powerpoint/2010/main" val="326952570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18">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36A8E1AD-FE8D-45ED-9E36-0AF203FCB9EF}"/>
              </a:ext>
            </a:extLst>
          </p:cNvPr>
          <p:cNvSpPr>
            <a:spLocks noGrp="1"/>
          </p:cNvSpPr>
          <p:nvPr>
            <p:ph type="pic" sz="quarter" idx="11"/>
          </p:nvPr>
        </p:nvSpPr>
        <p:spPr>
          <a:xfrm>
            <a:off x="3513598" y="9670209"/>
            <a:ext cx="6905831" cy="4045791"/>
          </a:xfrm>
          <a:prstGeom prst="rect">
            <a:avLst/>
          </a:prstGeom>
        </p:spPr>
        <p:txBody>
          <a:bodyPr/>
          <a:lstStyle/>
          <a:p>
            <a:endParaRPr lang="ru-RU"/>
          </a:p>
        </p:txBody>
      </p:sp>
      <p:sp>
        <p:nvSpPr>
          <p:cNvPr id="5" name="Picture Placeholder 4">
            <a:extLst>
              <a:ext uri="{FF2B5EF4-FFF2-40B4-BE49-F238E27FC236}">
                <a16:creationId xmlns:a16="http://schemas.microsoft.com/office/drawing/2014/main" id="{19671896-D212-4472-A852-0977E24BD5AB}"/>
              </a:ext>
            </a:extLst>
          </p:cNvPr>
          <p:cNvSpPr>
            <a:spLocks noGrp="1"/>
          </p:cNvSpPr>
          <p:nvPr>
            <p:ph type="pic" sz="quarter" idx="10"/>
          </p:nvPr>
        </p:nvSpPr>
        <p:spPr>
          <a:xfrm>
            <a:off x="3513598" y="2136358"/>
            <a:ext cx="6905831" cy="7000054"/>
          </a:xfrm>
          <a:prstGeom prst="rect">
            <a:avLst/>
          </a:prstGeom>
        </p:spPr>
        <p:txBody>
          <a:bodyPr/>
          <a:lstStyle/>
          <a:p>
            <a:endParaRPr lang="ru-RU"/>
          </a:p>
        </p:txBody>
      </p:sp>
    </p:spTree>
    <p:extLst>
      <p:ext uri="{BB962C8B-B14F-4D97-AF65-F5344CB8AC3E}">
        <p14:creationId xmlns:p14="http://schemas.microsoft.com/office/powerpoint/2010/main" val="19952469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lide #19">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9619F66-3045-482D-88E2-498AA549206C}"/>
              </a:ext>
            </a:extLst>
          </p:cNvPr>
          <p:cNvSpPr>
            <a:spLocks noGrp="1"/>
          </p:cNvSpPr>
          <p:nvPr>
            <p:ph type="pic" sz="quarter" idx="10"/>
          </p:nvPr>
        </p:nvSpPr>
        <p:spPr>
          <a:xfrm>
            <a:off x="1227598" y="2136358"/>
            <a:ext cx="6801261" cy="7000054"/>
          </a:xfrm>
          <a:prstGeom prst="rect">
            <a:avLst/>
          </a:prstGeom>
        </p:spPr>
        <p:txBody>
          <a:bodyPr/>
          <a:lstStyle/>
          <a:p>
            <a:endParaRPr lang="ru-RU"/>
          </a:p>
        </p:txBody>
      </p:sp>
      <p:sp>
        <p:nvSpPr>
          <p:cNvPr id="10" name="Picture Placeholder 8">
            <a:extLst>
              <a:ext uri="{FF2B5EF4-FFF2-40B4-BE49-F238E27FC236}">
                <a16:creationId xmlns:a16="http://schemas.microsoft.com/office/drawing/2014/main" id="{45CED58F-5EA6-41DD-975C-60743164C7A4}"/>
              </a:ext>
            </a:extLst>
          </p:cNvPr>
          <p:cNvSpPr>
            <a:spLocks noGrp="1"/>
          </p:cNvSpPr>
          <p:nvPr>
            <p:ph type="pic" sz="quarter" idx="11"/>
          </p:nvPr>
        </p:nvSpPr>
        <p:spPr>
          <a:xfrm>
            <a:off x="1227598" y="9670208"/>
            <a:ext cx="6801261" cy="4045791"/>
          </a:xfrm>
          <a:prstGeom prst="rect">
            <a:avLst/>
          </a:prstGeom>
        </p:spPr>
        <p:txBody>
          <a:bodyPr/>
          <a:lstStyle/>
          <a:p>
            <a:endParaRPr lang="ru-RU"/>
          </a:p>
        </p:txBody>
      </p:sp>
      <p:sp>
        <p:nvSpPr>
          <p:cNvPr id="11" name="Picture Placeholder 8">
            <a:extLst>
              <a:ext uri="{FF2B5EF4-FFF2-40B4-BE49-F238E27FC236}">
                <a16:creationId xmlns:a16="http://schemas.microsoft.com/office/drawing/2014/main" id="{7AE6F5BB-583C-4B57-A9FB-5C629A661B08}"/>
              </a:ext>
            </a:extLst>
          </p:cNvPr>
          <p:cNvSpPr>
            <a:spLocks noGrp="1"/>
          </p:cNvSpPr>
          <p:nvPr>
            <p:ph type="pic" sz="quarter" idx="12"/>
          </p:nvPr>
        </p:nvSpPr>
        <p:spPr>
          <a:xfrm>
            <a:off x="8683625" y="-1"/>
            <a:ext cx="6905831" cy="4045791"/>
          </a:xfrm>
          <a:prstGeom prst="rect">
            <a:avLst/>
          </a:prstGeom>
        </p:spPr>
        <p:txBody>
          <a:bodyPr/>
          <a:lstStyle/>
          <a:p>
            <a:endParaRPr lang="ru-RU"/>
          </a:p>
        </p:txBody>
      </p:sp>
      <p:sp>
        <p:nvSpPr>
          <p:cNvPr id="12" name="Picture Placeholder 8">
            <a:extLst>
              <a:ext uri="{FF2B5EF4-FFF2-40B4-BE49-F238E27FC236}">
                <a16:creationId xmlns:a16="http://schemas.microsoft.com/office/drawing/2014/main" id="{BD5E161B-6F6D-4BB6-9B4C-9B11C4E825E5}"/>
              </a:ext>
            </a:extLst>
          </p:cNvPr>
          <p:cNvSpPr>
            <a:spLocks noGrp="1"/>
          </p:cNvSpPr>
          <p:nvPr>
            <p:ph type="pic" sz="quarter" idx="13"/>
          </p:nvPr>
        </p:nvSpPr>
        <p:spPr>
          <a:xfrm>
            <a:off x="8683625" y="4648199"/>
            <a:ext cx="6905831" cy="7000054"/>
          </a:xfrm>
          <a:prstGeom prst="rect">
            <a:avLst/>
          </a:prstGeom>
        </p:spPr>
        <p:txBody>
          <a:bodyPr/>
          <a:lstStyle/>
          <a:p>
            <a:endParaRPr lang="ru-RU"/>
          </a:p>
        </p:txBody>
      </p:sp>
      <p:sp>
        <p:nvSpPr>
          <p:cNvPr id="15" name="Picture Placeholder 8">
            <a:extLst>
              <a:ext uri="{FF2B5EF4-FFF2-40B4-BE49-F238E27FC236}">
                <a16:creationId xmlns:a16="http://schemas.microsoft.com/office/drawing/2014/main" id="{314FF0B3-9C12-49DC-83C1-8225671AA87E}"/>
              </a:ext>
            </a:extLst>
          </p:cNvPr>
          <p:cNvSpPr>
            <a:spLocks noGrp="1"/>
          </p:cNvSpPr>
          <p:nvPr>
            <p:ph type="pic" sz="quarter" idx="14"/>
          </p:nvPr>
        </p:nvSpPr>
        <p:spPr>
          <a:xfrm>
            <a:off x="16188761" y="6715945"/>
            <a:ext cx="6961291" cy="7000054"/>
          </a:xfrm>
          <a:prstGeom prst="rect">
            <a:avLst/>
          </a:prstGeom>
        </p:spPr>
        <p:txBody>
          <a:bodyPr/>
          <a:lstStyle/>
          <a:p>
            <a:endParaRPr lang="ru-RU"/>
          </a:p>
        </p:txBody>
      </p:sp>
    </p:spTree>
    <p:extLst>
      <p:ext uri="{BB962C8B-B14F-4D97-AF65-F5344CB8AC3E}">
        <p14:creationId xmlns:p14="http://schemas.microsoft.com/office/powerpoint/2010/main" val="40008879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lide #20">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3543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 #21">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A872C2F-3B91-46A9-A6CC-C330C416F9B7}"/>
              </a:ext>
            </a:extLst>
          </p:cNvPr>
          <p:cNvSpPr>
            <a:spLocks noGrp="1"/>
          </p:cNvSpPr>
          <p:nvPr>
            <p:ph type="pic" sz="quarter" idx="10"/>
          </p:nvPr>
        </p:nvSpPr>
        <p:spPr>
          <a:xfrm>
            <a:off x="12721166" y="5105400"/>
            <a:ext cx="10062633" cy="4617332"/>
          </a:xfrm>
          <a:prstGeom prst="rect">
            <a:avLst/>
          </a:prstGeom>
        </p:spPr>
        <p:txBody>
          <a:bodyPr/>
          <a:lstStyle/>
          <a:p>
            <a:endParaRPr lang="ru-RU"/>
          </a:p>
        </p:txBody>
      </p:sp>
    </p:spTree>
    <p:extLst>
      <p:ext uri="{BB962C8B-B14F-4D97-AF65-F5344CB8AC3E}">
        <p14:creationId xmlns:p14="http://schemas.microsoft.com/office/powerpoint/2010/main" val="31003987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lide #22">
    <p:spTree>
      <p:nvGrpSpPr>
        <p:cNvPr id="1" name=""/>
        <p:cNvGrpSpPr/>
        <p:nvPr/>
      </p:nvGrpSpPr>
      <p:grpSpPr>
        <a:xfrm>
          <a:off x="0" y="0"/>
          <a:ext cx="0" cy="0"/>
          <a:chOff x="0" y="0"/>
          <a:chExt cx="0" cy="0"/>
        </a:xfrm>
      </p:grpSpPr>
    </p:spTree>
    <p:extLst>
      <p:ext uri="{BB962C8B-B14F-4D97-AF65-F5344CB8AC3E}">
        <p14:creationId xmlns:p14="http://schemas.microsoft.com/office/powerpoint/2010/main" val="48158962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 #23">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4375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lide #24">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175776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25">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7807C14F-612F-4675-A089-63309D906343}"/>
              </a:ext>
            </a:extLst>
          </p:cNvPr>
          <p:cNvSpPr>
            <a:spLocks noGrp="1"/>
          </p:cNvSpPr>
          <p:nvPr>
            <p:ph type="pic" sz="quarter" idx="11"/>
          </p:nvPr>
        </p:nvSpPr>
        <p:spPr>
          <a:xfrm>
            <a:off x="7981540" y="5334000"/>
            <a:ext cx="2819400" cy="2819400"/>
          </a:xfrm>
          <a:prstGeom prst="ellipse">
            <a:avLst/>
          </a:prstGeom>
        </p:spPr>
        <p:txBody>
          <a:bodyPr/>
          <a:lstStyle/>
          <a:p>
            <a:endParaRPr lang="ru-RU"/>
          </a:p>
        </p:txBody>
      </p:sp>
      <p:sp>
        <p:nvSpPr>
          <p:cNvPr id="3" name="Picture Placeholder 7">
            <a:extLst>
              <a:ext uri="{FF2B5EF4-FFF2-40B4-BE49-F238E27FC236}">
                <a16:creationId xmlns:a16="http://schemas.microsoft.com/office/drawing/2014/main" id="{5CB003F4-1FE6-4A32-8E58-96D595644279}"/>
              </a:ext>
            </a:extLst>
          </p:cNvPr>
          <p:cNvSpPr>
            <a:spLocks noGrp="1"/>
          </p:cNvSpPr>
          <p:nvPr>
            <p:ph type="pic" sz="quarter" idx="12"/>
          </p:nvPr>
        </p:nvSpPr>
        <p:spPr>
          <a:xfrm>
            <a:off x="13693980" y="5334000"/>
            <a:ext cx="2819400" cy="2819400"/>
          </a:xfrm>
          <a:prstGeom prst="ellipse">
            <a:avLst/>
          </a:prstGeom>
        </p:spPr>
        <p:txBody>
          <a:bodyPr/>
          <a:lstStyle/>
          <a:p>
            <a:endParaRPr lang="ru-RU"/>
          </a:p>
        </p:txBody>
      </p:sp>
      <p:sp>
        <p:nvSpPr>
          <p:cNvPr id="4" name="Picture Placeholder 7">
            <a:extLst>
              <a:ext uri="{FF2B5EF4-FFF2-40B4-BE49-F238E27FC236}">
                <a16:creationId xmlns:a16="http://schemas.microsoft.com/office/drawing/2014/main" id="{2A3BCA8E-278E-4D11-9061-CF8CFBD3256F}"/>
              </a:ext>
            </a:extLst>
          </p:cNvPr>
          <p:cNvSpPr>
            <a:spLocks noGrp="1"/>
          </p:cNvSpPr>
          <p:nvPr>
            <p:ph type="pic" sz="quarter" idx="13"/>
          </p:nvPr>
        </p:nvSpPr>
        <p:spPr>
          <a:xfrm>
            <a:off x="19504025" y="5334000"/>
            <a:ext cx="2819400" cy="2819400"/>
          </a:xfrm>
          <a:prstGeom prst="ellipse">
            <a:avLst/>
          </a:prstGeom>
        </p:spPr>
        <p:txBody>
          <a:bodyPr/>
          <a:lstStyle/>
          <a:p>
            <a:endParaRPr lang="ru-RU"/>
          </a:p>
        </p:txBody>
      </p:sp>
      <p:sp>
        <p:nvSpPr>
          <p:cNvPr id="5" name="Picture Placeholder 7">
            <a:extLst>
              <a:ext uri="{FF2B5EF4-FFF2-40B4-BE49-F238E27FC236}">
                <a16:creationId xmlns:a16="http://schemas.microsoft.com/office/drawing/2014/main" id="{A9911017-6505-479D-B737-303F5874C8DE}"/>
              </a:ext>
            </a:extLst>
          </p:cNvPr>
          <p:cNvSpPr>
            <a:spLocks noGrp="1"/>
          </p:cNvSpPr>
          <p:nvPr>
            <p:ph type="pic" sz="quarter" idx="10"/>
          </p:nvPr>
        </p:nvSpPr>
        <p:spPr>
          <a:xfrm>
            <a:off x="2122948" y="5334000"/>
            <a:ext cx="2819400" cy="2819400"/>
          </a:xfrm>
          <a:prstGeom prst="ellipse">
            <a:avLst/>
          </a:prstGeom>
        </p:spPr>
        <p:txBody>
          <a:bodyPr/>
          <a:lstStyle/>
          <a:p>
            <a:endParaRPr lang="ru-RU"/>
          </a:p>
        </p:txBody>
      </p:sp>
    </p:spTree>
    <p:extLst>
      <p:ext uri="{BB962C8B-B14F-4D97-AF65-F5344CB8AC3E}">
        <p14:creationId xmlns:p14="http://schemas.microsoft.com/office/powerpoint/2010/main" val="413439023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lide #26">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D4C8474-F9BE-4982-B030-37F00DC4D2A2}"/>
              </a:ext>
            </a:extLst>
          </p:cNvPr>
          <p:cNvSpPr>
            <a:spLocks noGrp="1"/>
          </p:cNvSpPr>
          <p:nvPr>
            <p:ph type="pic" sz="quarter" idx="10"/>
          </p:nvPr>
        </p:nvSpPr>
        <p:spPr>
          <a:xfrm>
            <a:off x="1227598" y="5181600"/>
            <a:ext cx="5932027" cy="8534400"/>
          </a:xfrm>
          <a:prstGeom prst="rect">
            <a:avLst/>
          </a:prstGeom>
        </p:spPr>
        <p:txBody>
          <a:bodyPr/>
          <a:lstStyle/>
          <a:p>
            <a:endParaRPr lang="ru-RU"/>
          </a:p>
        </p:txBody>
      </p:sp>
      <p:sp>
        <p:nvSpPr>
          <p:cNvPr id="7" name="Picture Placeholder 5">
            <a:extLst>
              <a:ext uri="{FF2B5EF4-FFF2-40B4-BE49-F238E27FC236}">
                <a16:creationId xmlns:a16="http://schemas.microsoft.com/office/drawing/2014/main" id="{B2791291-4CD9-4E06-9C70-8E49E6516C17}"/>
              </a:ext>
            </a:extLst>
          </p:cNvPr>
          <p:cNvSpPr>
            <a:spLocks noGrp="1"/>
          </p:cNvSpPr>
          <p:nvPr>
            <p:ph type="pic" sz="quarter" idx="11"/>
          </p:nvPr>
        </p:nvSpPr>
        <p:spPr>
          <a:xfrm>
            <a:off x="7616825" y="5181600"/>
            <a:ext cx="6905831" cy="4045791"/>
          </a:xfrm>
          <a:prstGeom prst="rect">
            <a:avLst/>
          </a:prstGeom>
        </p:spPr>
        <p:txBody>
          <a:bodyPr/>
          <a:lstStyle/>
          <a:p>
            <a:endParaRPr lang="ru-RU"/>
          </a:p>
        </p:txBody>
      </p:sp>
      <p:sp>
        <p:nvSpPr>
          <p:cNvPr id="8" name="Picture Placeholder 5">
            <a:extLst>
              <a:ext uri="{FF2B5EF4-FFF2-40B4-BE49-F238E27FC236}">
                <a16:creationId xmlns:a16="http://schemas.microsoft.com/office/drawing/2014/main" id="{A1F02F1A-6B64-4365-97B7-888596FB3337}"/>
              </a:ext>
            </a:extLst>
          </p:cNvPr>
          <p:cNvSpPr>
            <a:spLocks noGrp="1"/>
          </p:cNvSpPr>
          <p:nvPr>
            <p:ph type="pic" sz="quarter" idx="12"/>
          </p:nvPr>
        </p:nvSpPr>
        <p:spPr>
          <a:xfrm>
            <a:off x="7616825" y="9682499"/>
            <a:ext cx="6905831" cy="4045791"/>
          </a:xfrm>
          <a:prstGeom prst="rect">
            <a:avLst/>
          </a:prstGeom>
        </p:spPr>
        <p:txBody>
          <a:bodyPr/>
          <a:lstStyle/>
          <a:p>
            <a:endParaRPr lang="ru-RU"/>
          </a:p>
        </p:txBody>
      </p:sp>
    </p:spTree>
    <p:extLst>
      <p:ext uri="{BB962C8B-B14F-4D97-AF65-F5344CB8AC3E}">
        <p14:creationId xmlns:p14="http://schemas.microsoft.com/office/powerpoint/2010/main" val="217734796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lide #27">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2156F16-849C-4FF9-A318-417A0C5A5D8B}"/>
              </a:ext>
            </a:extLst>
          </p:cNvPr>
          <p:cNvSpPr>
            <a:spLocks noGrp="1"/>
          </p:cNvSpPr>
          <p:nvPr>
            <p:ph type="pic" sz="quarter" idx="10"/>
          </p:nvPr>
        </p:nvSpPr>
        <p:spPr>
          <a:xfrm>
            <a:off x="0" y="8229600"/>
            <a:ext cx="14703425" cy="5486400"/>
          </a:xfrm>
          <a:prstGeom prst="rect">
            <a:avLst/>
          </a:prstGeom>
        </p:spPr>
        <p:txBody>
          <a:bodyPr/>
          <a:lstStyle/>
          <a:p>
            <a:endParaRPr lang="ru-RU"/>
          </a:p>
        </p:txBody>
      </p:sp>
      <p:sp>
        <p:nvSpPr>
          <p:cNvPr id="4" name="Picture Placeholder 2">
            <a:extLst>
              <a:ext uri="{FF2B5EF4-FFF2-40B4-BE49-F238E27FC236}">
                <a16:creationId xmlns:a16="http://schemas.microsoft.com/office/drawing/2014/main" id="{E9168C00-D8B4-414B-9B79-FBE808B68097}"/>
              </a:ext>
            </a:extLst>
          </p:cNvPr>
          <p:cNvSpPr>
            <a:spLocks noGrp="1"/>
          </p:cNvSpPr>
          <p:nvPr>
            <p:ph type="pic" sz="quarter" idx="11"/>
          </p:nvPr>
        </p:nvSpPr>
        <p:spPr>
          <a:xfrm>
            <a:off x="14703425" y="8229600"/>
            <a:ext cx="9674225" cy="5486400"/>
          </a:xfrm>
          <a:prstGeom prst="rect">
            <a:avLst/>
          </a:prstGeom>
        </p:spPr>
        <p:txBody>
          <a:bodyPr/>
          <a:lstStyle/>
          <a:p>
            <a:endParaRPr lang="ru-RU"/>
          </a:p>
        </p:txBody>
      </p:sp>
    </p:spTree>
    <p:extLst>
      <p:ext uri="{BB962C8B-B14F-4D97-AF65-F5344CB8AC3E}">
        <p14:creationId xmlns:p14="http://schemas.microsoft.com/office/powerpoint/2010/main" val="278398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lide #2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E33A957-C247-48D7-858D-A2EAEB6070EA}"/>
              </a:ext>
            </a:extLst>
          </p:cNvPr>
          <p:cNvSpPr>
            <a:spLocks noGrp="1"/>
          </p:cNvSpPr>
          <p:nvPr>
            <p:ph type="pic" sz="quarter" idx="10"/>
          </p:nvPr>
        </p:nvSpPr>
        <p:spPr>
          <a:xfrm>
            <a:off x="0" y="6521450"/>
            <a:ext cx="24377649" cy="6203950"/>
          </a:xfrm>
          <a:prstGeom prst="rect">
            <a:avLst/>
          </a:prstGeom>
        </p:spPr>
        <p:txBody>
          <a:bodyPr/>
          <a:lstStyle/>
          <a:p>
            <a:endParaRPr lang="ru-RU"/>
          </a:p>
        </p:txBody>
      </p:sp>
    </p:spTree>
    <p:extLst>
      <p:ext uri="{BB962C8B-B14F-4D97-AF65-F5344CB8AC3E}">
        <p14:creationId xmlns:p14="http://schemas.microsoft.com/office/powerpoint/2010/main" val="101503991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lide #29">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1F15F30-5DBA-4C9B-9775-1C484D294C53}"/>
              </a:ext>
            </a:extLst>
          </p:cNvPr>
          <p:cNvSpPr>
            <a:spLocks noGrp="1"/>
          </p:cNvSpPr>
          <p:nvPr>
            <p:ph type="pic" sz="quarter" idx="10"/>
          </p:nvPr>
        </p:nvSpPr>
        <p:spPr>
          <a:xfrm>
            <a:off x="0" y="0"/>
            <a:ext cx="12188825" cy="13716000"/>
          </a:xfrm>
          <a:prstGeom prst="rect">
            <a:avLst/>
          </a:prstGeom>
        </p:spPr>
        <p:txBody>
          <a:bodyPr/>
          <a:lstStyle/>
          <a:p>
            <a:endParaRPr lang="ru-RU"/>
          </a:p>
        </p:txBody>
      </p:sp>
    </p:spTree>
    <p:extLst>
      <p:ext uri="{BB962C8B-B14F-4D97-AF65-F5344CB8AC3E}">
        <p14:creationId xmlns:p14="http://schemas.microsoft.com/office/powerpoint/2010/main" val="28932768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 #30">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6870F393-B412-4349-81C4-9EF38EA6F8DB}"/>
              </a:ext>
            </a:extLst>
          </p:cNvPr>
          <p:cNvSpPr>
            <a:spLocks noGrp="1"/>
          </p:cNvSpPr>
          <p:nvPr>
            <p:ph type="pic" sz="quarter" idx="10"/>
          </p:nvPr>
        </p:nvSpPr>
        <p:spPr>
          <a:xfrm>
            <a:off x="10131426" y="1"/>
            <a:ext cx="4748741" cy="6886309"/>
          </a:xfrm>
          <a:prstGeom prst="rect">
            <a:avLst/>
          </a:prstGeom>
        </p:spPr>
        <p:txBody>
          <a:bodyPr/>
          <a:lstStyle/>
          <a:p>
            <a:endParaRPr lang="ru-RU"/>
          </a:p>
        </p:txBody>
      </p:sp>
      <p:sp>
        <p:nvSpPr>
          <p:cNvPr id="18" name="Picture Placeholder 16">
            <a:extLst>
              <a:ext uri="{FF2B5EF4-FFF2-40B4-BE49-F238E27FC236}">
                <a16:creationId xmlns:a16="http://schemas.microsoft.com/office/drawing/2014/main" id="{8451B18B-CC22-4B76-90BF-A240F861EBC7}"/>
              </a:ext>
            </a:extLst>
          </p:cNvPr>
          <p:cNvSpPr>
            <a:spLocks noGrp="1"/>
          </p:cNvSpPr>
          <p:nvPr>
            <p:ph type="pic" sz="quarter" idx="11"/>
          </p:nvPr>
        </p:nvSpPr>
        <p:spPr>
          <a:xfrm>
            <a:off x="14866442" y="1"/>
            <a:ext cx="4748741" cy="6886309"/>
          </a:xfrm>
          <a:prstGeom prst="rect">
            <a:avLst/>
          </a:prstGeom>
        </p:spPr>
        <p:txBody>
          <a:bodyPr/>
          <a:lstStyle/>
          <a:p>
            <a:endParaRPr lang="ru-RU"/>
          </a:p>
        </p:txBody>
      </p:sp>
      <p:sp>
        <p:nvSpPr>
          <p:cNvPr id="19" name="Picture Placeholder 16">
            <a:extLst>
              <a:ext uri="{FF2B5EF4-FFF2-40B4-BE49-F238E27FC236}">
                <a16:creationId xmlns:a16="http://schemas.microsoft.com/office/drawing/2014/main" id="{306222A2-FDE9-4339-AF08-2AF355755980}"/>
              </a:ext>
            </a:extLst>
          </p:cNvPr>
          <p:cNvSpPr>
            <a:spLocks noGrp="1"/>
          </p:cNvSpPr>
          <p:nvPr>
            <p:ph type="pic" sz="quarter" idx="12"/>
          </p:nvPr>
        </p:nvSpPr>
        <p:spPr>
          <a:xfrm>
            <a:off x="19615183" y="1"/>
            <a:ext cx="4748741" cy="6886309"/>
          </a:xfrm>
          <a:prstGeom prst="rect">
            <a:avLst/>
          </a:prstGeom>
        </p:spPr>
        <p:txBody>
          <a:bodyPr/>
          <a:lstStyle/>
          <a:p>
            <a:endParaRPr lang="ru-RU"/>
          </a:p>
        </p:txBody>
      </p:sp>
      <p:sp>
        <p:nvSpPr>
          <p:cNvPr id="20" name="Picture Placeholder 16">
            <a:extLst>
              <a:ext uri="{FF2B5EF4-FFF2-40B4-BE49-F238E27FC236}">
                <a16:creationId xmlns:a16="http://schemas.microsoft.com/office/drawing/2014/main" id="{9218540F-2D8F-41A8-B019-D548E57A3CCA}"/>
              </a:ext>
            </a:extLst>
          </p:cNvPr>
          <p:cNvSpPr>
            <a:spLocks noGrp="1"/>
          </p:cNvSpPr>
          <p:nvPr>
            <p:ph type="pic" sz="quarter" idx="13"/>
          </p:nvPr>
        </p:nvSpPr>
        <p:spPr>
          <a:xfrm>
            <a:off x="10131426" y="6849438"/>
            <a:ext cx="4748741" cy="6886309"/>
          </a:xfrm>
          <a:prstGeom prst="rect">
            <a:avLst/>
          </a:prstGeom>
        </p:spPr>
        <p:txBody>
          <a:bodyPr/>
          <a:lstStyle/>
          <a:p>
            <a:endParaRPr lang="ru-RU"/>
          </a:p>
        </p:txBody>
      </p:sp>
      <p:sp>
        <p:nvSpPr>
          <p:cNvPr id="21" name="Picture Placeholder 16">
            <a:extLst>
              <a:ext uri="{FF2B5EF4-FFF2-40B4-BE49-F238E27FC236}">
                <a16:creationId xmlns:a16="http://schemas.microsoft.com/office/drawing/2014/main" id="{81DDC64E-7B56-45E5-9EB7-46506B9A6824}"/>
              </a:ext>
            </a:extLst>
          </p:cNvPr>
          <p:cNvSpPr>
            <a:spLocks noGrp="1"/>
          </p:cNvSpPr>
          <p:nvPr>
            <p:ph type="pic" sz="quarter" idx="14"/>
          </p:nvPr>
        </p:nvSpPr>
        <p:spPr>
          <a:xfrm>
            <a:off x="14866442" y="6849438"/>
            <a:ext cx="4748741" cy="6886309"/>
          </a:xfrm>
          <a:prstGeom prst="rect">
            <a:avLst/>
          </a:prstGeom>
        </p:spPr>
        <p:txBody>
          <a:bodyPr/>
          <a:lstStyle/>
          <a:p>
            <a:endParaRPr lang="ru-RU"/>
          </a:p>
        </p:txBody>
      </p:sp>
      <p:sp>
        <p:nvSpPr>
          <p:cNvPr id="22" name="Picture Placeholder 16">
            <a:extLst>
              <a:ext uri="{FF2B5EF4-FFF2-40B4-BE49-F238E27FC236}">
                <a16:creationId xmlns:a16="http://schemas.microsoft.com/office/drawing/2014/main" id="{D5338737-1448-4738-8EEA-3DD38FF9EAD2}"/>
              </a:ext>
            </a:extLst>
          </p:cNvPr>
          <p:cNvSpPr>
            <a:spLocks noGrp="1"/>
          </p:cNvSpPr>
          <p:nvPr>
            <p:ph type="pic" sz="quarter" idx="15"/>
          </p:nvPr>
        </p:nvSpPr>
        <p:spPr>
          <a:xfrm>
            <a:off x="19615183" y="6849438"/>
            <a:ext cx="4748741" cy="6886309"/>
          </a:xfrm>
          <a:prstGeom prst="rect">
            <a:avLst/>
          </a:prstGeom>
        </p:spPr>
        <p:txBody>
          <a:bodyPr/>
          <a:lstStyle/>
          <a:p>
            <a:endParaRPr lang="ru-RU"/>
          </a:p>
        </p:txBody>
      </p:sp>
    </p:spTree>
    <p:extLst>
      <p:ext uri="{BB962C8B-B14F-4D97-AF65-F5344CB8AC3E}">
        <p14:creationId xmlns:p14="http://schemas.microsoft.com/office/powerpoint/2010/main" val="14141245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lide #3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78C6ADA-C909-43EA-8913-C94440D933F1}"/>
              </a:ext>
            </a:extLst>
          </p:cNvPr>
          <p:cNvSpPr>
            <a:spLocks noGrp="1"/>
          </p:cNvSpPr>
          <p:nvPr>
            <p:ph type="pic" sz="quarter" idx="10"/>
          </p:nvPr>
        </p:nvSpPr>
        <p:spPr>
          <a:xfrm>
            <a:off x="0" y="-1"/>
            <a:ext cx="4714635" cy="6886309"/>
          </a:xfrm>
          <a:prstGeom prst="rect">
            <a:avLst/>
          </a:prstGeom>
        </p:spPr>
        <p:txBody>
          <a:bodyPr/>
          <a:lstStyle/>
          <a:p>
            <a:endParaRPr lang="ru-RU"/>
          </a:p>
        </p:txBody>
      </p:sp>
      <p:sp>
        <p:nvSpPr>
          <p:cNvPr id="8" name="Picture Placeholder 6">
            <a:extLst>
              <a:ext uri="{FF2B5EF4-FFF2-40B4-BE49-F238E27FC236}">
                <a16:creationId xmlns:a16="http://schemas.microsoft.com/office/drawing/2014/main" id="{965767CC-48F1-4E87-BB2B-375CA7C2627E}"/>
              </a:ext>
            </a:extLst>
          </p:cNvPr>
          <p:cNvSpPr>
            <a:spLocks noGrp="1"/>
          </p:cNvSpPr>
          <p:nvPr>
            <p:ph type="pic" sz="quarter" idx="11"/>
          </p:nvPr>
        </p:nvSpPr>
        <p:spPr>
          <a:xfrm>
            <a:off x="9442995" y="-1"/>
            <a:ext cx="4714635" cy="6886309"/>
          </a:xfrm>
          <a:prstGeom prst="rect">
            <a:avLst/>
          </a:prstGeom>
        </p:spPr>
        <p:txBody>
          <a:bodyPr/>
          <a:lstStyle/>
          <a:p>
            <a:endParaRPr lang="ru-RU"/>
          </a:p>
        </p:txBody>
      </p:sp>
      <p:sp>
        <p:nvSpPr>
          <p:cNvPr id="9" name="Picture Placeholder 6">
            <a:extLst>
              <a:ext uri="{FF2B5EF4-FFF2-40B4-BE49-F238E27FC236}">
                <a16:creationId xmlns:a16="http://schemas.microsoft.com/office/drawing/2014/main" id="{F4D19B77-8EAA-4EE6-A24E-4C717472AE56}"/>
              </a:ext>
            </a:extLst>
          </p:cNvPr>
          <p:cNvSpPr>
            <a:spLocks noGrp="1"/>
          </p:cNvSpPr>
          <p:nvPr>
            <p:ph type="pic" sz="quarter" idx="12"/>
          </p:nvPr>
        </p:nvSpPr>
        <p:spPr>
          <a:xfrm>
            <a:off x="9442995" y="6819858"/>
            <a:ext cx="4714635" cy="6886309"/>
          </a:xfrm>
          <a:prstGeom prst="rect">
            <a:avLst/>
          </a:prstGeom>
        </p:spPr>
        <p:txBody>
          <a:bodyPr/>
          <a:lstStyle/>
          <a:p>
            <a:endParaRPr lang="ru-RU"/>
          </a:p>
        </p:txBody>
      </p:sp>
      <p:sp>
        <p:nvSpPr>
          <p:cNvPr id="10" name="Picture Placeholder 6">
            <a:extLst>
              <a:ext uri="{FF2B5EF4-FFF2-40B4-BE49-F238E27FC236}">
                <a16:creationId xmlns:a16="http://schemas.microsoft.com/office/drawing/2014/main" id="{2C7DDE43-46FE-49DA-90F2-1C7A0F011565}"/>
              </a:ext>
            </a:extLst>
          </p:cNvPr>
          <p:cNvSpPr>
            <a:spLocks noGrp="1"/>
          </p:cNvSpPr>
          <p:nvPr>
            <p:ph type="pic" sz="quarter" idx="13"/>
          </p:nvPr>
        </p:nvSpPr>
        <p:spPr>
          <a:xfrm>
            <a:off x="4748741" y="6819858"/>
            <a:ext cx="4714635" cy="6886309"/>
          </a:xfrm>
          <a:prstGeom prst="rect">
            <a:avLst/>
          </a:prstGeom>
        </p:spPr>
        <p:txBody>
          <a:bodyPr/>
          <a:lstStyle/>
          <a:p>
            <a:endParaRPr lang="ru-RU"/>
          </a:p>
        </p:txBody>
      </p:sp>
    </p:spTree>
    <p:extLst>
      <p:ext uri="{BB962C8B-B14F-4D97-AF65-F5344CB8AC3E}">
        <p14:creationId xmlns:p14="http://schemas.microsoft.com/office/powerpoint/2010/main" val="237811382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lide #32">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72395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lide #3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34BB91F-C55C-4299-8881-CFE7CC581A83}"/>
              </a:ext>
            </a:extLst>
          </p:cNvPr>
          <p:cNvSpPr>
            <a:spLocks noGrp="1"/>
          </p:cNvSpPr>
          <p:nvPr>
            <p:ph type="pic" sz="quarter" idx="10"/>
          </p:nvPr>
        </p:nvSpPr>
        <p:spPr>
          <a:xfrm>
            <a:off x="1415844" y="4837471"/>
            <a:ext cx="7049729" cy="7517098"/>
          </a:xfrm>
          <a:prstGeom prst="rect">
            <a:avLst/>
          </a:prstGeom>
        </p:spPr>
        <p:txBody>
          <a:bodyPr/>
          <a:lstStyle/>
          <a:p>
            <a:endParaRPr lang="ru-RU"/>
          </a:p>
        </p:txBody>
      </p:sp>
    </p:spTree>
    <p:extLst>
      <p:ext uri="{BB962C8B-B14F-4D97-AF65-F5344CB8AC3E}">
        <p14:creationId xmlns:p14="http://schemas.microsoft.com/office/powerpoint/2010/main" val="23302309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lide #34">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7DF9F98-D129-4DBB-B407-BCAF037790A1}"/>
              </a:ext>
            </a:extLst>
          </p:cNvPr>
          <p:cNvSpPr>
            <a:spLocks noGrp="1"/>
          </p:cNvSpPr>
          <p:nvPr>
            <p:ph type="pic" sz="quarter" idx="10"/>
          </p:nvPr>
        </p:nvSpPr>
        <p:spPr>
          <a:xfrm>
            <a:off x="16303625" y="5638800"/>
            <a:ext cx="6477000" cy="6477000"/>
          </a:xfrm>
          <a:prstGeom prst="ellipse">
            <a:avLst/>
          </a:prstGeom>
        </p:spPr>
        <p:txBody>
          <a:bodyPr/>
          <a:lstStyle/>
          <a:p>
            <a:endParaRPr lang="ru-RU"/>
          </a:p>
        </p:txBody>
      </p:sp>
    </p:spTree>
    <p:extLst>
      <p:ext uri="{BB962C8B-B14F-4D97-AF65-F5344CB8AC3E}">
        <p14:creationId xmlns:p14="http://schemas.microsoft.com/office/powerpoint/2010/main" val="6405450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lide #35">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BE0E937F-0A59-42EA-9103-2C27A3AE24CC}"/>
              </a:ext>
            </a:extLst>
          </p:cNvPr>
          <p:cNvSpPr>
            <a:spLocks noGrp="1"/>
          </p:cNvSpPr>
          <p:nvPr>
            <p:ph type="pic" sz="quarter" idx="10"/>
          </p:nvPr>
        </p:nvSpPr>
        <p:spPr>
          <a:xfrm>
            <a:off x="17513206" y="1752608"/>
            <a:ext cx="5333992" cy="5333992"/>
          </a:xfrm>
          <a:prstGeom prst="ellipse">
            <a:avLst/>
          </a:prstGeom>
        </p:spPr>
        <p:txBody>
          <a:bodyPr/>
          <a:lstStyle/>
          <a:p>
            <a:endParaRPr lang="ru-RU"/>
          </a:p>
        </p:txBody>
      </p:sp>
    </p:spTree>
    <p:extLst>
      <p:ext uri="{BB962C8B-B14F-4D97-AF65-F5344CB8AC3E}">
        <p14:creationId xmlns:p14="http://schemas.microsoft.com/office/powerpoint/2010/main" val="306715608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lide #36">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F1E57512-571D-419E-AB19-74FAF9265534}"/>
              </a:ext>
            </a:extLst>
          </p:cNvPr>
          <p:cNvSpPr>
            <a:spLocks noGrp="1"/>
          </p:cNvSpPr>
          <p:nvPr>
            <p:ph type="pic" sz="quarter" idx="10"/>
          </p:nvPr>
        </p:nvSpPr>
        <p:spPr>
          <a:xfrm>
            <a:off x="2301875" y="5334000"/>
            <a:ext cx="2819400" cy="2819400"/>
          </a:xfrm>
          <a:prstGeom prst="ellipse">
            <a:avLst/>
          </a:prstGeom>
        </p:spPr>
        <p:txBody>
          <a:bodyPr/>
          <a:lstStyle/>
          <a:p>
            <a:endParaRPr lang="ru-RU"/>
          </a:p>
        </p:txBody>
      </p:sp>
    </p:spTree>
    <p:extLst>
      <p:ext uri="{BB962C8B-B14F-4D97-AF65-F5344CB8AC3E}">
        <p14:creationId xmlns:p14="http://schemas.microsoft.com/office/powerpoint/2010/main" val="223777419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lide #37">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1690499C-F7A7-4D0C-8601-501514412E11}"/>
              </a:ext>
            </a:extLst>
          </p:cNvPr>
          <p:cNvSpPr>
            <a:spLocks noGrp="1"/>
          </p:cNvSpPr>
          <p:nvPr>
            <p:ph type="pic" sz="quarter" idx="10"/>
          </p:nvPr>
        </p:nvSpPr>
        <p:spPr>
          <a:xfrm>
            <a:off x="2301875" y="5334000"/>
            <a:ext cx="2819400" cy="2819400"/>
          </a:xfrm>
          <a:prstGeom prst="ellipse">
            <a:avLst/>
          </a:prstGeom>
        </p:spPr>
        <p:txBody>
          <a:bodyPr/>
          <a:lstStyle/>
          <a:p>
            <a:endParaRPr lang="ru-RU"/>
          </a:p>
        </p:txBody>
      </p:sp>
    </p:spTree>
    <p:extLst>
      <p:ext uri="{BB962C8B-B14F-4D97-AF65-F5344CB8AC3E}">
        <p14:creationId xmlns:p14="http://schemas.microsoft.com/office/powerpoint/2010/main" val="390105167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lide #38">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E86B766-E8C3-4943-89FE-B9EDF22C325E}"/>
              </a:ext>
            </a:extLst>
          </p:cNvPr>
          <p:cNvSpPr>
            <a:spLocks noGrp="1"/>
          </p:cNvSpPr>
          <p:nvPr>
            <p:ph type="pic" sz="quarter" idx="10"/>
          </p:nvPr>
        </p:nvSpPr>
        <p:spPr>
          <a:xfrm>
            <a:off x="1444625" y="1600200"/>
            <a:ext cx="21488400" cy="10515600"/>
          </a:xfrm>
          <a:prstGeom prst="rect">
            <a:avLst/>
          </a:prstGeom>
        </p:spPr>
        <p:txBody>
          <a:bodyPr/>
          <a:lstStyle/>
          <a:p>
            <a:endParaRPr lang="ru-RU"/>
          </a:p>
        </p:txBody>
      </p:sp>
    </p:spTree>
    <p:extLst>
      <p:ext uri="{BB962C8B-B14F-4D97-AF65-F5344CB8AC3E}">
        <p14:creationId xmlns:p14="http://schemas.microsoft.com/office/powerpoint/2010/main" val="169171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lide #39">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2C15069-9AD1-43B4-9B16-89B1ED7C98DB}"/>
              </a:ext>
            </a:extLst>
          </p:cNvPr>
          <p:cNvSpPr>
            <a:spLocks noGrp="1"/>
          </p:cNvSpPr>
          <p:nvPr>
            <p:ph type="pic" sz="quarter" idx="10"/>
          </p:nvPr>
        </p:nvSpPr>
        <p:spPr>
          <a:xfrm>
            <a:off x="0" y="38100"/>
            <a:ext cx="12183503" cy="6819900"/>
          </a:xfrm>
          <a:prstGeom prst="rect">
            <a:avLst/>
          </a:prstGeom>
        </p:spPr>
        <p:txBody>
          <a:bodyPr/>
          <a:lstStyle/>
          <a:p>
            <a:endParaRPr lang="ru-RU"/>
          </a:p>
        </p:txBody>
      </p:sp>
      <p:sp>
        <p:nvSpPr>
          <p:cNvPr id="8" name="Picture Placeholder 6">
            <a:extLst>
              <a:ext uri="{FF2B5EF4-FFF2-40B4-BE49-F238E27FC236}">
                <a16:creationId xmlns:a16="http://schemas.microsoft.com/office/drawing/2014/main" id="{E9718589-FEE8-44F9-8F24-EE0700253126}"/>
              </a:ext>
            </a:extLst>
          </p:cNvPr>
          <p:cNvSpPr>
            <a:spLocks noGrp="1"/>
          </p:cNvSpPr>
          <p:nvPr>
            <p:ph type="pic" sz="quarter" idx="11"/>
          </p:nvPr>
        </p:nvSpPr>
        <p:spPr>
          <a:xfrm>
            <a:off x="0" y="6838950"/>
            <a:ext cx="12183503" cy="6819900"/>
          </a:xfrm>
          <a:prstGeom prst="rect">
            <a:avLst/>
          </a:prstGeom>
        </p:spPr>
        <p:txBody>
          <a:bodyPr/>
          <a:lstStyle/>
          <a:p>
            <a:endParaRPr lang="ru-RU"/>
          </a:p>
        </p:txBody>
      </p:sp>
      <p:sp>
        <p:nvSpPr>
          <p:cNvPr id="9" name="Picture Placeholder 6">
            <a:extLst>
              <a:ext uri="{FF2B5EF4-FFF2-40B4-BE49-F238E27FC236}">
                <a16:creationId xmlns:a16="http://schemas.microsoft.com/office/drawing/2014/main" id="{5AA241C0-B873-4D3D-9EEA-6ABB3152F7C7}"/>
              </a:ext>
            </a:extLst>
          </p:cNvPr>
          <p:cNvSpPr>
            <a:spLocks noGrp="1"/>
          </p:cNvSpPr>
          <p:nvPr>
            <p:ph type="pic" sz="quarter" idx="12"/>
          </p:nvPr>
        </p:nvSpPr>
        <p:spPr>
          <a:xfrm>
            <a:off x="12180328" y="38100"/>
            <a:ext cx="12183503" cy="6819900"/>
          </a:xfrm>
          <a:prstGeom prst="rect">
            <a:avLst/>
          </a:prstGeom>
        </p:spPr>
        <p:txBody>
          <a:bodyPr/>
          <a:lstStyle/>
          <a:p>
            <a:endParaRPr lang="ru-RU"/>
          </a:p>
        </p:txBody>
      </p:sp>
      <p:sp>
        <p:nvSpPr>
          <p:cNvPr id="10" name="Picture Placeholder 6">
            <a:extLst>
              <a:ext uri="{FF2B5EF4-FFF2-40B4-BE49-F238E27FC236}">
                <a16:creationId xmlns:a16="http://schemas.microsoft.com/office/drawing/2014/main" id="{DBC226FB-9427-413C-B4E7-8B6A7C2D0F17}"/>
              </a:ext>
            </a:extLst>
          </p:cNvPr>
          <p:cNvSpPr>
            <a:spLocks noGrp="1"/>
          </p:cNvSpPr>
          <p:nvPr>
            <p:ph type="pic" sz="quarter" idx="13"/>
          </p:nvPr>
        </p:nvSpPr>
        <p:spPr>
          <a:xfrm>
            <a:off x="12180328" y="6838950"/>
            <a:ext cx="12183503" cy="6819900"/>
          </a:xfrm>
          <a:prstGeom prst="rect">
            <a:avLst/>
          </a:prstGeom>
        </p:spPr>
        <p:txBody>
          <a:bodyPr/>
          <a:lstStyle/>
          <a:p>
            <a:endParaRPr lang="ru-RU"/>
          </a:p>
        </p:txBody>
      </p:sp>
    </p:spTree>
    <p:extLst>
      <p:ext uri="{BB962C8B-B14F-4D97-AF65-F5344CB8AC3E}">
        <p14:creationId xmlns:p14="http://schemas.microsoft.com/office/powerpoint/2010/main" val="16968367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lide #40">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70F5AF08-639B-4925-B9DE-F81C45A12D1F}"/>
              </a:ext>
            </a:extLst>
          </p:cNvPr>
          <p:cNvSpPr>
            <a:spLocks noGrp="1"/>
          </p:cNvSpPr>
          <p:nvPr>
            <p:ph type="pic" sz="quarter" idx="10"/>
          </p:nvPr>
        </p:nvSpPr>
        <p:spPr>
          <a:xfrm>
            <a:off x="17911862" y="2441574"/>
            <a:ext cx="8759826" cy="8759826"/>
          </a:xfrm>
          <a:prstGeom prst="ellipse">
            <a:avLst/>
          </a:prstGeom>
        </p:spPr>
        <p:txBody>
          <a:bodyPr/>
          <a:lstStyle/>
          <a:p>
            <a:endParaRPr lang="ru-RU"/>
          </a:p>
        </p:txBody>
      </p:sp>
    </p:spTree>
    <p:extLst>
      <p:ext uri="{BB962C8B-B14F-4D97-AF65-F5344CB8AC3E}">
        <p14:creationId xmlns:p14="http://schemas.microsoft.com/office/powerpoint/2010/main" val="16431905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lide #41">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3C0D284-04C5-478E-8AA7-BC62CDD10056}"/>
              </a:ext>
            </a:extLst>
          </p:cNvPr>
          <p:cNvSpPr>
            <a:spLocks noGrp="1"/>
          </p:cNvSpPr>
          <p:nvPr>
            <p:ph type="pic" sz="quarter" idx="10"/>
          </p:nvPr>
        </p:nvSpPr>
        <p:spPr>
          <a:xfrm>
            <a:off x="-2441575" y="2441574"/>
            <a:ext cx="8759826" cy="8759826"/>
          </a:xfrm>
          <a:prstGeom prst="ellipse">
            <a:avLst/>
          </a:prstGeom>
        </p:spPr>
        <p:txBody>
          <a:bodyPr/>
          <a:lstStyle/>
          <a:p>
            <a:endParaRPr lang="ru-RU"/>
          </a:p>
        </p:txBody>
      </p:sp>
    </p:spTree>
    <p:extLst>
      <p:ext uri="{BB962C8B-B14F-4D97-AF65-F5344CB8AC3E}">
        <p14:creationId xmlns:p14="http://schemas.microsoft.com/office/powerpoint/2010/main" val="134153106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lide #42">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099BFCF7-BA11-48D6-AB39-B91ACB411281}"/>
              </a:ext>
            </a:extLst>
          </p:cNvPr>
          <p:cNvSpPr>
            <a:spLocks noGrp="1"/>
          </p:cNvSpPr>
          <p:nvPr>
            <p:ph type="pic" sz="quarter" idx="10"/>
          </p:nvPr>
        </p:nvSpPr>
        <p:spPr>
          <a:xfrm>
            <a:off x="17911862" y="2441574"/>
            <a:ext cx="8759826" cy="8759826"/>
          </a:xfrm>
          <a:prstGeom prst="ellipse">
            <a:avLst/>
          </a:prstGeom>
        </p:spPr>
        <p:txBody>
          <a:bodyPr/>
          <a:lstStyle/>
          <a:p>
            <a:endParaRPr lang="ru-RU"/>
          </a:p>
        </p:txBody>
      </p:sp>
    </p:spTree>
    <p:extLst>
      <p:ext uri="{BB962C8B-B14F-4D97-AF65-F5344CB8AC3E}">
        <p14:creationId xmlns:p14="http://schemas.microsoft.com/office/powerpoint/2010/main" val="138269294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lide #43">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69D13A26-395C-4B03-BC38-2224210D846C}"/>
              </a:ext>
            </a:extLst>
          </p:cNvPr>
          <p:cNvSpPr>
            <a:spLocks noGrp="1"/>
          </p:cNvSpPr>
          <p:nvPr>
            <p:ph type="pic" sz="quarter" idx="10"/>
          </p:nvPr>
        </p:nvSpPr>
        <p:spPr>
          <a:xfrm>
            <a:off x="-2441575" y="2441574"/>
            <a:ext cx="8759826" cy="8759826"/>
          </a:xfrm>
          <a:prstGeom prst="ellipse">
            <a:avLst/>
          </a:prstGeom>
        </p:spPr>
        <p:txBody>
          <a:bodyPr/>
          <a:lstStyle/>
          <a:p>
            <a:endParaRPr lang="ru-RU"/>
          </a:p>
        </p:txBody>
      </p:sp>
    </p:spTree>
    <p:extLst>
      <p:ext uri="{BB962C8B-B14F-4D97-AF65-F5344CB8AC3E}">
        <p14:creationId xmlns:p14="http://schemas.microsoft.com/office/powerpoint/2010/main" val="9405307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lide #4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CBC37D5-9378-448F-96DA-4336598DA1F1}"/>
              </a:ext>
            </a:extLst>
          </p:cNvPr>
          <p:cNvSpPr>
            <a:spLocks noGrp="1"/>
          </p:cNvSpPr>
          <p:nvPr>
            <p:ph type="pic" sz="quarter" idx="10"/>
          </p:nvPr>
        </p:nvSpPr>
        <p:spPr>
          <a:xfrm>
            <a:off x="1" y="11506200"/>
            <a:ext cx="24377650" cy="2209800"/>
          </a:xfrm>
          <a:prstGeom prst="rect">
            <a:avLst/>
          </a:prstGeom>
        </p:spPr>
        <p:txBody>
          <a:bodyPr/>
          <a:lstStyle/>
          <a:p>
            <a:endParaRPr lang="ru-RU"/>
          </a:p>
        </p:txBody>
      </p:sp>
    </p:spTree>
    <p:extLst>
      <p:ext uri="{BB962C8B-B14F-4D97-AF65-F5344CB8AC3E}">
        <p14:creationId xmlns:p14="http://schemas.microsoft.com/office/powerpoint/2010/main" val="30203452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lide #4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FBA6A58-302E-4D94-B220-053925CD9F4E}"/>
              </a:ext>
            </a:extLst>
          </p:cNvPr>
          <p:cNvSpPr>
            <a:spLocks noGrp="1"/>
          </p:cNvSpPr>
          <p:nvPr>
            <p:ph type="pic" sz="quarter" idx="10"/>
          </p:nvPr>
        </p:nvSpPr>
        <p:spPr>
          <a:xfrm>
            <a:off x="6931025" y="4953000"/>
            <a:ext cx="4343400" cy="2970212"/>
          </a:xfrm>
          <a:prstGeom prst="rect">
            <a:avLst/>
          </a:prstGeom>
        </p:spPr>
        <p:txBody>
          <a:bodyPr/>
          <a:lstStyle/>
          <a:p>
            <a:endParaRPr lang="ru-RU"/>
          </a:p>
        </p:txBody>
      </p:sp>
      <p:sp>
        <p:nvSpPr>
          <p:cNvPr id="10" name="Picture Placeholder 3">
            <a:extLst>
              <a:ext uri="{FF2B5EF4-FFF2-40B4-BE49-F238E27FC236}">
                <a16:creationId xmlns:a16="http://schemas.microsoft.com/office/drawing/2014/main" id="{234415DE-1387-470E-8B3E-C9DA9FD3C80D}"/>
              </a:ext>
            </a:extLst>
          </p:cNvPr>
          <p:cNvSpPr>
            <a:spLocks noGrp="1"/>
          </p:cNvSpPr>
          <p:nvPr>
            <p:ph type="pic" sz="quarter" idx="11"/>
          </p:nvPr>
        </p:nvSpPr>
        <p:spPr>
          <a:xfrm>
            <a:off x="835025" y="4953000"/>
            <a:ext cx="4343400" cy="2970212"/>
          </a:xfrm>
          <a:prstGeom prst="rect">
            <a:avLst/>
          </a:prstGeom>
        </p:spPr>
        <p:txBody>
          <a:bodyPr/>
          <a:lstStyle/>
          <a:p>
            <a:endParaRPr lang="ru-RU"/>
          </a:p>
        </p:txBody>
      </p:sp>
      <p:sp>
        <p:nvSpPr>
          <p:cNvPr id="11" name="Picture Placeholder 3">
            <a:extLst>
              <a:ext uri="{FF2B5EF4-FFF2-40B4-BE49-F238E27FC236}">
                <a16:creationId xmlns:a16="http://schemas.microsoft.com/office/drawing/2014/main" id="{34ED1B53-71FB-4DF7-82FF-336872A34069}"/>
              </a:ext>
            </a:extLst>
          </p:cNvPr>
          <p:cNvSpPr>
            <a:spLocks noGrp="1"/>
          </p:cNvSpPr>
          <p:nvPr>
            <p:ph type="pic" sz="quarter" idx="12"/>
          </p:nvPr>
        </p:nvSpPr>
        <p:spPr>
          <a:xfrm>
            <a:off x="19123025" y="4953000"/>
            <a:ext cx="4343400" cy="2970212"/>
          </a:xfrm>
          <a:prstGeom prst="rect">
            <a:avLst/>
          </a:prstGeom>
        </p:spPr>
        <p:txBody>
          <a:bodyPr/>
          <a:lstStyle/>
          <a:p>
            <a:endParaRPr lang="ru-RU"/>
          </a:p>
        </p:txBody>
      </p:sp>
      <p:sp>
        <p:nvSpPr>
          <p:cNvPr id="12" name="Picture Placeholder 3">
            <a:extLst>
              <a:ext uri="{FF2B5EF4-FFF2-40B4-BE49-F238E27FC236}">
                <a16:creationId xmlns:a16="http://schemas.microsoft.com/office/drawing/2014/main" id="{6C442E17-A5A1-4FBF-8F38-AAE7ADDFB225}"/>
              </a:ext>
            </a:extLst>
          </p:cNvPr>
          <p:cNvSpPr>
            <a:spLocks noGrp="1"/>
          </p:cNvSpPr>
          <p:nvPr>
            <p:ph type="pic" sz="quarter" idx="13"/>
          </p:nvPr>
        </p:nvSpPr>
        <p:spPr>
          <a:xfrm>
            <a:off x="13027025" y="4953000"/>
            <a:ext cx="4343400" cy="2970212"/>
          </a:xfrm>
          <a:prstGeom prst="rect">
            <a:avLst/>
          </a:prstGeom>
        </p:spPr>
        <p:txBody>
          <a:bodyPr/>
          <a:lstStyle/>
          <a:p>
            <a:endParaRPr lang="ru-RU"/>
          </a:p>
        </p:txBody>
      </p:sp>
      <p:sp>
        <p:nvSpPr>
          <p:cNvPr id="17" name="Picture Placeholder 3">
            <a:extLst>
              <a:ext uri="{FF2B5EF4-FFF2-40B4-BE49-F238E27FC236}">
                <a16:creationId xmlns:a16="http://schemas.microsoft.com/office/drawing/2014/main" id="{D70B17CB-A553-48B0-9445-395D1021AA14}"/>
              </a:ext>
            </a:extLst>
          </p:cNvPr>
          <p:cNvSpPr>
            <a:spLocks noGrp="1"/>
          </p:cNvSpPr>
          <p:nvPr>
            <p:ph type="pic" sz="quarter" idx="14"/>
          </p:nvPr>
        </p:nvSpPr>
        <p:spPr>
          <a:xfrm>
            <a:off x="6931025" y="9604469"/>
            <a:ext cx="4343400" cy="2970212"/>
          </a:xfrm>
          <a:prstGeom prst="rect">
            <a:avLst/>
          </a:prstGeom>
        </p:spPr>
        <p:txBody>
          <a:bodyPr/>
          <a:lstStyle/>
          <a:p>
            <a:endParaRPr lang="ru-RU"/>
          </a:p>
        </p:txBody>
      </p:sp>
      <p:sp>
        <p:nvSpPr>
          <p:cNvPr id="18" name="Picture Placeholder 3">
            <a:extLst>
              <a:ext uri="{FF2B5EF4-FFF2-40B4-BE49-F238E27FC236}">
                <a16:creationId xmlns:a16="http://schemas.microsoft.com/office/drawing/2014/main" id="{05EA455C-6463-42BF-BB54-08A39517F61B}"/>
              </a:ext>
            </a:extLst>
          </p:cNvPr>
          <p:cNvSpPr>
            <a:spLocks noGrp="1"/>
          </p:cNvSpPr>
          <p:nvPr>
            <p:ph type="pic" sz="quarter" idx="15"/>
          </p:nvPr>
        </p:nvSpPr>
        <p:spPr>
          <a:xfrm>
            <a:off x="835025" y="9604469"/>
            <a:ext cx="4343400" cy="2970212"/>
          </a:xfrm>
          <a:prstGeom prst="rect">
            <a:avLst/>
          </a:prstGeom>
        </p:spPr>
        <p:txBody>
          <a:bodyPr/>
          <a:lstStyle/>
          <a:p>
            <a:endParaRPr lang="ru-RU"/>
          </a:p>
        </p:txBody>
      </p:sp>
      <p:sp>
        <p:nvSpPr>
          <p:cNvPr id="19" name="Picture Placeholder 3">
            <a:extLst>
              <a:ext uri="{FF2B5EF4-FFF2-40B4-BE49-F238E27FC236}">
                <a16:creationId xmlns:a16="http://schemas.microsoft.com/office/drawing/2014/main" id="{6201C672-6B3C-4DE8-8CBC-E3D57A7797A6}"/>
              </a:ext>
            </a:extLst>
          </p:cNvPr>
          <p:cNvSpPr>
            <a:spLocks noGrp="1"/>
          </p:cNvSpPr>
          <p:nvPr>
            <p:ph type="pic" sz="quarter" idx="16"/>
          </p:nvPr>
        </p:nvSpPr>
        <p:spPr>
          <a:xfrm>
            <a:off x="19123025" y="9604469"/>
            <a:ext cx="4343400" cy="2970212"/>
          </a:xfrm>
          <a:prstGeom prst="rect">
            <a:avLst/>
          </a:prstGeom>
        </p:spPr>
        <p:txBody>
          <a:bodyPr/>
          <a:lstStyle/>
          <a:p>
            <a:endParaRPr lang="ru-RU"/>
          </a:p>
        </p:txBody>
      </p:sp>
      <p:sp>
        <p:nvSpPr>
          <p:cNvPr id="20" name="Picture Placeholder 3">
            <a:extLst>
              <a:ext uri="{FF2B5EF4-FFF2-40B4-BE49-F238E27FC236}">
                <a16:creationId xmlns:a16="http://schemas.microsoft.com/office/drawing/2014/main" id="{1F81DC61-E170-47F9-9A8F-0B7D3A026041}"/>
              </a:ext>
            </a:extLst>
          </p:cNvPr>
          <p:cNvSpPr>
            <a:spLocks noGrp="1"/>
          </p:cNvSpPr>
          <p:nvPr>
            <p:ph type="pic" sz="quarter" idx="17"/>
          </p:nvPr>
        </p:nvSpPr>
        <p:spPr>
          <a:xfrm>
            <a:off x="13027025" y="9604469"/>
            <a:ext cx="4343400" cy="2970212"/>
          </a:xfrm>
          <a:prstGeom prst="rect">
            <a:avLst/>
          </a:prstGeom>
        </p:spPr>
        <p:txBody>
          <a:bodyPr/>
          <a:lstStyle/>
          <a:p>
            <a:endParaRPr lang="ru-RU"/>
          </a:p>
        </p:txBody>
      </p:sp>
    </p:spTree>
    <p:extLst>
      <p:ext uri="{BB962C8B-B14F-4D97-AF65-F5344CB8AC3E}">
        <p14:creationId xmlns:p14="http://schemas.microsoft.com/office/powerpoint/2010/main" val="36941077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lide #4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F8231F0-9BE9-4A13-AAEA-977CB7510C08}"/>
              </a:ext>
            </a:extLst>
          </p:cNvPr>
          <p:cNvSpPr>
            <a:spLocks noGrp="1"/>
          </p:cNvSpPr>
          <p:nvPr>
            <p:ph type="pic" sz="quarter" idx="10"/>
          </p:nvPr>
        </p:nvSpPr>
        <p:spPr>
          <a:xfrm>
            <a:off x="9733422" y="0"/>
            <a:ext cx="14644227" cy="6858000"/>
          </a:xfrm>
          <a:prstGeom prst="rect">
            <a:avLst/>
          </a:prstGeom>
        </p:spPr>
        <p:txBody>
          <a:bodyPr/>
          <a:lstStyle/>
          <a:p>
            <a:endParaRPr lang="ru-RU"/>
          </a:p>
        </p:txBody>
      </p:sp>
    </p:spTree>
    <p:extLst>
      <p:ext uri="{BB962C8B-B14F-4D97-AF65-F5344CB8AC3E}">
        <p14:creationId xmlns:p14="http://schemas.microsoft.com/office/powerpoint/2010/main" val="38496820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lide #47">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1345394-8D4F-40DB-ACCF-79724D72C8BA}"/>
              </a:ext>
            </a:extLst>
          </p:cNvPr>
          <p:cNvSpPr>
            <a:spLocks noGrp="1"/>
          </p:cNvSpPr>
          <p:nvPr>
            <p:ph type="pic" sz="quarter" idx="10"/>
          </p:nvPr>
        </p:nvSpPr>
        <p:spPr>
          <a:xfrm>
            <a:off x="1133168" y="7401232"/>
            <a:ext cx="10065055" cy="6314768"/>
          </a:xfrm>
          <a:prstGeom prst="rect">
            <a:avLst/>
          </a:prstGeom>
        </p:spPr>
        <p:txBody>
          <a:bodyPr/>
          <a:lstStyle/>
          <a:p>
            <a:endParaRPr lang="ru-RU"/>
          </a:p>
        </p:txBody>
      </p:sp>
    </p:spTree>
    <p:extLst>
      <p:ext uri="{BB962C8B-B14F-4D97-AF65-F5344CB8AC3E}">
        <p14:creationId xmlns:p14="http://schemas.microsoft.com/office/powerpoint/2010/main" val="21546480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lide_48">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D91E8B-BBA0-48A2-B764-3508B048DF0F}"/>
              </a:ext>
            </a:extLst>
          </p:cNvPr>
          <p:cNvSpPr>
            <a:spLocks noGrp="1"/>
          </p:cNvSpPr>
          <p:nvPr>
            <p:ph type="pic" sz="quarter" idx="10"/>
          </p:nvPr>
        </p:nvSpPr>
        <p:spPr>
          <a:xfrm>
            <a:off x="12112625" y="0"/>
            <a:ext cx="8686800" cy="13716000"/>
          </a:xfrm>
          <a:prstGeom prst="rect">
            <a:avLst/>
          </a:prstGeom>
        </p:spPr>
        <p:txBody>
          <a:bodyPr/>
          <a:lstStyle/>
          <a:p>
            <a:endParaRPr lang="ru-RU"/>
          </a:p>
        </p:txBody>
      </p:sp>
    </p:spTree>
    <p:extLst>
      <p:ext uri="{BB962C8B-B14F-4D97-AF65-F5344CB8AC3E}">
        <p14:creationId xmlns:p14="http://schemas.microsoft.com/office/powerpoint/2010/main" val="4497766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lide #49">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C3FAB3D-E8E4-4F7D-B7DB-6BD2CB9F88D7}"/>
              </a:ext>
            </a:extLst>
          </p:cNvPr>
          <p:cNvSpPr>
            <a:spLocks noGrp="1"/>
          </p:cNvSpPr>
          <p:nvPr>
            <p:ph type="pic" sz="quarter" idx="10"/>
          </p:nvPr>
        </p:nvSpPr>
        <p:spPr>
          <a:xfrm>
            <a:off x="0" y="0"/>
            <a:ext cx="24377649" cy="9296400"/>
          </a:xfrm>
          <a:prstGeom prst="rect">
            <a:avLst/>
          </a:prstGeom>
        </p:spPr>
        <p:txBody>
          <a:bodyPr/>
          <a:lstStyle/>
          <a:p>
            <a:endParaRPr lang="ru-RU"/>
          </a:p>
        </p:txBody>
      </p:sp>
    </p:spTree>
    <p:extLst>
      <p:ext uri="{BB962C8B-B14F-4D97-AF65-F5344CB8AC3E}">
        <p14:creationId xmlns:p14="http://schemas.microsoft.com/office/powerpoint/2010/main" val="30758914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lide #50">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8EEBF73-BDB8-40DA-A6B9-42F27C8E8BAE}"/>
              </a:ext>
            </a:extLst>
          </p:cNvPr>
          <p:cNvSpPr>
            <a:spLocks noGrp="1"/>
          </p:cNvSpPr>
          <p:nvPr>
            <p:ph type="pic" sz="quarter" idx="10"/>
          </p:nvPr>
        </p:nvSpPr>
        <p:spPr>
          <a:xfrm>
            <a:off x="0" y="0"/>
            <a:ext cx="24377650" cy="13716000"/>
          </a:xfrm>
          <a:prstGeom prst="rect">
            <a:avLst/>
          </a:prstGeom>
        </p:spPr>
        <p:txBody>
          <a:bodyPr/>
          <a:lstStyle/>
          <a:p>
            <a:endParaRPr lang="ru-RU"/>
          </a:p>
        </p:txBody>
      </p:sp>
    </p:spTree>
    <p:extLst>
      <p:ext uri="{BB962C8B-B14F-4D97-AF65-F5344CB8AC3E}">
        <p14:creationId xmlns:p14="http://schemas.microsoft.com/office/powerpoint/2010/main" val="37894694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87200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2">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613407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3">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5491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4">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69865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5">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77275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6">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442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7">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76261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8">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855909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9">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95020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60">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233016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1C12F9-C58B-6241-A38C-852B50618781}"/>
              </a:ext>
            </a:extLst>
          </p:cNvPr>
          <p:cNvSpPr>
            <a:spLocks noGrp="1"/>
          </p:cNvSpPr>
          <p:nvPr>
            <p:ph type="title"/>
          </p:nvPr>
        </p:nvSpPr>
        <p:spPr>
          <a:xfrm>
            <a:off x="1676400" y="730250"/>
            <a:ext cx="21024850" cy="265112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8DE5E7C-E6FB-8F4A-8E6A-112A66587A5E}"/>
              </a:ext>
            </a:extLst>
          </p:cNvPr>
          <p:cNvSpPr>
            <a:spLocks noGrp="1"/>
          </p:cNvSpPr>
          <p:nvPr>
            <p:ph type="body" idx="1"/>
          </p:nvPr>
        </p:nvSpPr>
        <p:spPr>
          <a:xfrm>
            <a:off x="1676400" y="3651250"/>
            <a:ext cx="21024850" cy="87026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22848046"/>
      </p:ext>
    </p:extLst>
  </p:cSld>
  <p:clrMap bg1="lt1" tx1="dk1" bg2="lt2" tx2="dk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 id="2147484160" r:id="rId5"/>
    <p:sldLayoutId id="2147484161" r:id="rId6"/>
    <p:sldLayoutId id="2147484162" r:id="rId7"/>
    <p:sldLayoutId id="2147484163" r:id="rId8"/>
    <p:sldLayoutId id="2147484164" r:id="rId9"/>
    <p:sldLayoutId id="2147484165" r:id="rId10"/>
    <p:sldLayoutId id="2147484166" r:id="rId11"/>
    <p:sldLayoutId id="2147484167" r:id="rId12"/>
    <p:sldLayoutId id="2147484168" r:id="rId13"/>
    <p:sldLayoutId id="2147484169" r:id="rId14"/>
    <p:sldLayoutId id="2147484170" r:id="rId15"/>
    <p:sldLayoutId id="2147484171" r:id="rId16"/>
    <p:sldLayoutId id="2147484172" r:id="rId17"/>
    <p:sldLayoutId id="2147484173" r:id="rId18"/>
    <p:sldLayoutId id="2147484174" r:id="rId19"/>
    <p:sldLayoutId id="2147484175" r:id="rId20"/>
    <p:sldLayoutId id="2147484176" r:id="rId21"/>
    <p:sldLayoutId id="2147484177" r:id="rId22"/>
    <p:sldLayoutId id="2147484178" r:id="rId23"/>
    <p:sldLayoutId id="2147484179" r:id="rId24"/>
    <p:sldLayoutId id="2147484180" r:id="rId25"/>
    <p:sldLayoutId id="2147484181" r:id="rId26"/>
    <p:sldLayoutId id="2147484182" r:id="rId27"/>
    <p:sldLayoutId id="2147484183" r:id="rId28"/>
    <p:sldLayoutId id="2147484184" r:id="rId29"/>
    <p:sldLayoutId id="2147484185" r:id="rId30"/>
    <p:sldLayoutId id="2147484186" r:id="rId31"/>
    <p:sldLayoutId id="2147484187" r:id="rId32"/>
    <p:sldLayoutId id="2147484188" r:id="rId33"/>
    <p:sldLayoutId id="2147484189" r:id="rId34"/>
    <p:sldLayoutId id="2147484190" r:id="rId35"/>
    <p:sldLayoutId id="2147484191" r:id="rId36"/>
    <p:sldLayoutId id="2147484192" r:id="rId37"/>
    <p:sldLayoutId id="2147484193" r:id="rId38"/>
    <p:sldLayoutId id="2147484194" r:id="rId39"/>
    <p:sldLayoutId id="2147484195" r:id="rId40"/>
    <p:sldLayoutId id="2147484196" r:id="rId41"/>
    <p:sldLayoutId id="2147484197" r:id="rId42"/>
    <p:sldLayoutId id="2147484198" r:id="rId43"/>
    <p:sldLayoutId id="2147484199" r:id="rId44"/>
    <p:sldLayoutId id="2147484200" r:id="rId45"/>
    <p:sldLayoutId id="2147484201" r:id="rId46"/>
    <p:sldLayoutId id="2147484202" r:id="rId47"/>
    <p:sldLayoutId id="2147484203" r:id="rId48"/>
    <p:sldLayoutId id="2147484204" r:id="rId49"/>
    <p:sldLayoutId id="2147484205" r:id="rId50"/>
    <p:sldLayoutId id="2147484206" r:id="rId51"/>
    <p:sldLayoutId id="2147484207" r:id="rId52"/>
    <p:sldLayoutId id="2147484208" r:id="rId53"/>
    <p:sldLayoutId id="2147484209" r:id="rId54"/>
    <p:sldLayoutId id="2147484210" r:id="rId55"/>
    <p:sldLayoutId id="2147484211" r:id="rId56"/>
    <p:sldLayoutId id="2147484212" r:id="rId57"/>
    <p:sldLayoutId id="2147484213" r:id="rId58"/>
    <p:sldLayoutId id="2147484214" r:id="rId59"/>
    <p:sldLayoutId id="2147484215" r:id="rId60"/>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ftr="0" dt="0"/>
  <p:txStyles>
    <p:titleStyle>
      <a:lvl1pPr algn="l" defTabSz="1828434" rtl="0" eaLnBrk="1" latinLnBrk="0" hangingPunct="1">
        <a:lnSpc>
          <a:spcPct val="90000"/>
        </a:lnSpc>
        <a:spcBef>
          <a:spcPct val="0"/>
        </a:spcBef>
        <a:buNone/>
        <a:defRPr lang="en-US" sz="6000" b="0" i="0" kern="1200">
          <a:solidFill>
            <a:schemeClr val="tx1"/>
          </a:solidFill>
          <a:latin typeface="Charter Roman" panose="02040503050506020203" pitchFamily="18" charset="0"/>
          <a:ea typeface="Charter Roman" panose="02040503050506020203" pitchFamily="18" charset="0"/>
          <a:cs typeface="Charter Roman" panose="02040503050506020203" pitchFamily="18" charset="0"/>
        </a:defRPr>
      </a:lvl1pPr>
    </p:titleStyle>
    <p:bodyStyle>
      <a:lvl1pPr marL="457109" indent="-457109" algn="l" defTabSz="1828434" rtl="0" eaLnBrk="1" latinLnBrk="0" hangingPunct="1">
        <a:lnSpc>
          <a:spcPct val="90000"/>
        </a:lnSpc>
        <a:spcBef>
          <a:spcPts val="2000"/>
        </a:spcBef>
        <a:buFont typeface="Arial" panose="020B0604020202020204" pitchFamily="34" charset="0"/>
        <a:buChar char="•"/>
        <a:defRPr lang="en-US" sz="4800" b="0" i="0" kern="1200" dirty="0" smtClean="0">
          <a:solidFill>
            <a:schemeClr val="tx1"/>
          </a:solidFill>
          <a:effectLst/>
          <a:latin typeface="Charter Roman" panose="02040503050506020203" pitchFamily="18" charset="0"/>
          <a:ea typeface="Charter Roman" panose="02040503050506020203" pitchFamily="18" charset="0"/>
          <a:cs typeface="Charter Roman" panose="02040503050506020203" pitchFamily="18" charset="0"/>
        </a:defRPr>
      </a:lvl1pPr>
      <a:lvl2pPr marL="1371326" indent="-457109" algn="l" defTabSz="1828434" rtl="0" eaLnBrk="1" latinLnBrk="0" hangingPunct="1">
        <a:lnSpc>
          <a:spcPct val="90000"/>
        </a:lnSpc>
        <a:spcBef>
          <a:spcPts val="1000"/>
        </a:spcBef>
        <a:buFont typeface="Arial" panose="020B0604020202020204" pitchFamily="34" charset="0"/>
        <a:buChar char="•"/>
        <a:defRPr lang="en-US" sz="4000" b="1" i="0" kern="1200" spc="300" dirty="0" smtClean="0">
          <a:solidFill>
            <a:schemeClr val="tx1"/>
          </a:solidFill>
          <a:effectLst/>
          <a:latin typeface="Montserrat SemiBold" pitchFamily="2" charset="77"/>
          <a:ea typeface="Montserrat SemiBold" pitchFamily="2" charset="77"/>
          <a:cs typeface="Montserrat SemiBold" pitchFamily="2" charset="77"/>
        </a:defRPr>
      </a:lvl2pPr>
      <a:lvl3pPr marL="2285543" indent="-457109" algn="l" defTabSz="1828434" rtl="0" eaLnBrk="1" latinLnBrk="0" hangingPunct="1">
        <a:lnSpc>
          <a:spcPct val="90000"/>
        </a:lnSpc>
        <a:spcBef>
          <a:spcPts val="1000"/>
        </a:spcBef>
        <a:buFont typeface="Arial" panose="020B0604020202020204" pitchFamily="34" charset="0"/>
        <a:buChar char="•"/>
        <a:defRPr lang="en-US" sz="3600" b="0" i="0" kern="1200" dirty="0" smtClean="0">
          <a:solidFill>
            <a:schemeClr val="tx1"/>
          </a:solidFill>
          <a:effectLst/>
          <a:latin typeface="Montserrat" pitchFamily="2" charset="77"/>
          <a:ea typeface="Montserrat" pitchFamily="2" charset="77"/>
          <a:cs typeface="Montserrat" pitchFamily="2" charset="77"/>
        </a:defRPr>
      </a:lvl3pPr>
      <a:lvl4pPr marL="3199760" indent="-457109" algn="l" defTabSz="1828434" rtl="0" eaLnBrk="1" latinLnBrk="0" hangingPunct="1">
        <a:lnSpc>
          <a:spcPct val="90000"/>
        </a:lnSpc>
        <a:spcBef>
          <a:spcPts val="1000"/>
        </a:spcBef>
        <a:buFont typeface="Arial" panose="020B0604020202020204" pitchFamily="34" charset="0"/>
        <a:buChar char="•"/>
        <a:defRPr lang="en-US" sz="3200" b="0" i="0" kern="1200" dirty="0" smtClean="0">
          <a:solidFill>
            <a:schemeClr val="tx1"/>
          </a:solidFill>
          <a:effectLst/>
          <a:latin typeface="Montserrat" pitchFamily="2" charset="77"/>
          <a:ea typeface="Montserrat" pitchFamily="2" charset="77"/>
          <a:cs typeface="Montserrat" pitchFamily="2" charset="77"/>
        </a:defRPr>
      </a:lvl4pPr>
      <a:lvl5pPr marL="4113977" indent="-457109" algn="l" defTabSz="1828434" rtl="0" eaLnBrk="1" latinLnBrk="0" hangingPunct="1">
        <a:lnSpc>
          <a:spcPct val="90000"/>
        </a:lnSpc>
        <a:spcBef>
          <a:spcPts val="1000"/>
        </a:spcBef>
        <a:buFont typeface="Arial" panose="020B0604020202020204" pitchFamily="34" charset="0"/>
        <a:buChar char="•"/>
        <a:defRPr lang="en-US" sz="3200" b="0" i="0" kern="1200" dirty="0">
          <a:solidFill>
            <a:schemeClr val="tx1"/>
          </a:solidFill>
          <a:effectLst/>
          <a:latin typeface="Montserrat" pitchFamily="2" charset="77"/>
          <a:ea typeface="Montserrat" pitchFamily="2" charset="77"/>
          <a:cs typeface="Montserrat" pitchFamily="2" charset="77"/>
        </a:defRPr>
      </a:lvl5pPr>
      <a:lvl6pPr marL="5028194"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1"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5.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2E7ECDE-B208-499D-B222-E5071B304A5B}"/>
              </a:ext>
            </a:extLst>
          </p:cNvPr>
          <p:cNvGrpSpPr/>
          <p:nvPr/>
        </p:nvGrpSpPr>
        <p:grpSpPr>
          <a:xfrm>
            <a:off x="1263751" y="1676400"/>
            <a:ext cx="11763273" cy="2240816"/>
            <a:chOff x="2701925" y="2254984"/>
            <a:chExt cx="10325100" cy="2240816"/>
          </a:xfrm>
        </p:grpSpPr>
        <p:sp>
          <p:nvSpPr>
            <p:cNvPr id="3" name="TextBox 2">
              <a:extLst>
                <a:ext uri="{FF2B5EF4-FFF2-40B4-BE49-F238E27FC236}">
                  <a16:creationId xmlns:a16="http://schemas.microsoft.com/office/drawing/2014/main" id="{A1883A33-EA28-41B2-9DBE-0A848C236C0E}"/>
                </a:ext>
              </a:extLst>
            </p:cNvPr>
            <p:cNvSpPr txBox="1"/>
            <p:nvPr/>
          </p:nvSpPr>
          <p:spPr>
            <a:xfrm>
              <a:off x="2701925" y="2864584"/>
              <a:ext cx="10325100" cy="1631216"/>
            </a:xfrm>
            <a:prstGeom prst="rect">
              <a:avLst/>
            </a:prstGeom>
            <a:noFill/>
          </p:spPr>
          <p:txBody>
            <a:bodyPr wrap="square" rtlCol="0">
              <a:spAutoFit/>
            </a:bodyPr>
            <a:lstStyle/>
            <a:p>
              <a:r>
                <a:rPr lang="en-US" sz="10000" kern="100" dirty="0">
                  <a:solidFill>
                    <a:srgbClr val="0C276D"/>
                  </a:solidFill>
                  <a:latin typeface="Charter Roman" panose="02040503050506020203" pitchFamily="18" charset="0"/>
                </a:rPr>
                <a:t>HII</a:t>
              </a:r>
              <a:r>
                <a:rPr lang="en-US" sz="9600" kern="100" dirty="0">
                  <a:solidFill>
                    <a:srgbClr val="0C276D"/>
                  </a:solidFill>
                  <a:latin typeface="Charter Roman" panose="02040503050506020203" pitchFamily="18" charset="0"/>
                </a:rPr>
                <a:t>™</a:t>
              </a:r>
              <a:endParaRPr lang="ru-RU" sz="10000" kern="100" dirty="0">
                <a:solidFill>
                  <a:srgbClr val="0C276D"/>
                </a:solidFill>
                <a:latin typeface="Montserrat" panose="00000500000000000000" pitchFamily="50" charset="-52"/>
              </a:endParaRPr>
            </a:p>
          </p:txBody>
        </p:sp>
        <p:sp>
          <p:nvSpPr>
            <p:cNvPr id="4" name="TextBox 3">
              <a:extLst>
                <a:ext uri="{FF2B5EF4-FFF2-40B4-BE49-F238E27FC236}">
                  <a16:creationId xmlns:a16="http://schemas.microsoft.com/office/drawing/2014/main" id="{DCDFFACD-8070-4CEF-BECE-4BCAE1F356AB}"/>
                </a:ext>
              </a:extLst>
            </p:cNvPr>
            <p:cNvSpPr txBox="1"/>
            <p:nvPr/>
          </p:nvSpPr>
          <p:spPr>
            <a:xfrm>
              <a:off x="2701925" y="2254984"/>
              <a:ext cx="7783516" cy="402354"/>
            </a:xfrm>
            <a:prstGeom prst="rect">
              <a:avLst/>
            </a:prstGeom>
            <a:noFill/>
          </p:spPr>
          <p:txBody>
            <a:bodyPr wrap="square" rtlCol="0">
              <a:spAutoFit/>
            </a:bodyPr>
            <a:lstStyle/>
            <a:p>
              <a:pPr>
                <a:lnSpc>
                  <a:spcPct val="80000"/>
                </a:lnSpc>
              </a:pPr>
              <a:r>
                <a:rPr lang="en-US" sz="2500" kern="100" spc="600" dirty="0">
                  <a:solidFill>
                    <a:schemeClr val="tx2"/>
                  </a:solidFill>
                  <a:latin typeface="Montserrat Medium" panose="00000600000000000000" pitchFamily="50" charset="-52"/>
                </a:rPr>
                <a:t>HEALTHRATE INSTITUTIONAL INDEX</a:t>
              </a:r>
              <a:endParaRPr lang="ru-RU" sz="2500" kern="100" spc="600" dirty="0">
                <a:solidFill>
                  <a:schemeClr val="accent1"/>
                </a:solidFill>
                <a:latin typeface="Montserrat Medium" panose="00000600000000000000" pitchFamily="50" charset="-52"/>
              </a:endParaRPr>
            </a:p>
          </p:txBody>
        </p:sp>
      </p:grpSp>
      <p:sp>
        <p:nvSpPr>
          <p:cNvPr id="6" name="TextBox 5">
            <a:extLst>
              <a:ext uri="{FF2B5EF4-FFF2-40B4-BE49-F238E27FC236}">
                <a16:creationId xmlns:a16="http://schemas.microsoft.com/office/drawing/2014/main" id="{1247C813-18AE-42A6-88C0-C110E042493E}"/>
              </a:ext>
            </a:extLst>
          </p:cNvPr>
          <p:cNvSpPr txBox="1">
            <a:spLocks noChangeArrowheads="1"/>
          </p:cNvSpPr>
          <p:nvPr/>
        </p:nvSpPr>
        <p:spPr bwMode="auto">
          <a:xfrm>
            <a:off x="911225" y="8610600"/>
            <a:ext cx="5943600" cy="387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nSpc>
                <a:spcPct val="150000"/>
              </a:lnSpc>
            </a:pPr>
            <a:r>
              <a:rPr lang="en-US" altLang="ru-RU" sz="2800" kern="100" spc="600" dirty="0">
                <a:solidFill>
                  <a:schemeClr val="tx2"/>
                </a:solidFill>
                <a:latin typeface="Montserrat SemiBold" panose="00000700000000000000" pitchFamily="50" charset="-52"/>
              </a:rPr>
              <a:t>WHAT IS THE HII</a:t>
            </a:r>
            <a:r>
              <a:rPr lang="en-US" sz="2800" kern="100" spc="600" dirty="0">
                <a:solidFill>
                  <a:schemeClr val="tx2"/>
                </a:solidFill>
                <a:latin typeface="Montserrat SemiBold" panose="00000700000000000000" pitchFamily="50" charset="-52"/>
              </a:rPr>
              <a:t>™</a:t>
            </a:r>
            <a:endParaRPr lang="en-US" altLang="ru-RU" sz="2800" kern="100" spc="600" dirty="0">
              <a:solidFill>
                <a:schemeClr val="tx2"/>
              </a:solidFill>
              <a:latin typeface="Montserrat SemiBold" panose="00000700000000000000" pitchFamily="50" charset="-52"/>
            </a:endParaRPr>
          </a:p>
          <a:p>
            <a:pPr>
              <a:lnSpc>
                <a:spcPct val="150000"/>
              </a:lnSpc>
            </a:pPr>
            <a:endParaRPr lang="en-US" altLang="ru-RU" sz="500" dirty="0">
              <a:solidFill>
                <a:schemeClr val="tx2"/>
              </a:solidFill>
              <a:latin typeface="Montserrat" panose="00000500000000000000" pitchFamily="50" charset="-52"/>
            </a:endParaRPr>
          </a:p>
          <a:p>
            <a:endParaRPr lang="en-US" sz="1400" dirty="0">
              <a:solidFill>
                <a:schemeClr val="tx2"/>
              </a:solidFill>
            </a:endParaRPr>
          </a:p>
          <a:p>
            <a:br>
              <a:rPr lang="en-US" sz="1400" dirty="0">
                <a:solidFill>
                  <a:schemeClr val="tx2"/>
                </a:solidFill>
              </a:rPr>
            </a:br>
            <a:r>
              <a:rPr lang="en-US" sz="2400" b="0" i="0" dirty="0">
                <a:solidFill>
                  <a:schemeClr val="tx2"/>
                </a:solidFill>
                <a:effectLst/>
                <a:latin typeface="Hind" panose="02000000000000000000" pitchFamily="2" charset="0"/>
              </a:rPr>
              <a:t>The </a:t>
            </a:r>
            <a:r>
              <a:rPr lang="en-US" sz="2400" b="0" i="0" dirty="0" err="1">
                <a:solidFill>
                  <a:schemeClr val="tx2"/>
                </a:solidFill>
                <a:effectLst/>
                <a:latin typeface="Hind" panose="02000000000000000000" pitchFamily="2" charset="0"/>
              </a:rPr>
              <a:t>HealthRate</a:t>
            </a:r>
            <a:r>
              <a:rPr lang="en-US" sz="2400" b="0" i="0" dirty="0">
                <a:solidFill>
                  <a:schemeClr val="tx2"/>
                </a:solidFill>
                <a:effectLst/>
                <a:latin typeface="Hind" panose="02000000000000000000" pitchFamily="2" charset="0"/>
              </a:rPr>
              <a:t> Institutional </a:t>
            </a:r>
            <a:r>
              <a:rPr lang="en-US" sz="2400" dirty="0">
                <a:solidFill>
                  <a:schemeClr val="tx2"/>
                </a:solidFill>
                <a:latin typeface="Hind" panose="02000000000000000000" pitchFamily="2" charset="0"/>
              </a:rPr>
              <a:t>Index</a:t>
            </a:r>
            <a:r>
              <a:rPr lang="en-US" sz="2400" b="0" i="0" dirty="0">
                <a:solidFill>
                  <a:schemeClr val="tx2"/>
                </a:solidFill>
                <a:effectLst/>
                <a:latin typeface="Hind" panose="02000000000000000000" pitchFamily="2" charset="0"/>
              </a:rPr>
              <a:t> is a patent pending price index that has been developed by normalizing a common basket of relevant services across medical centers.  The index allows purchasers to compare costs regardless of charge master disclosure methodologies.</a:t>
            </a:r>
            <a:endParaRPr lang="en-US" altLang="ko-KR" sz="2500" dirty="0">
              <a:solidFill>
                <a:schemeClr val="tx2"/>
              </a:solidFill>
              <a:latin typeface="Montserrat" panose="00000500000000000000" pitchFamily="50" charset="-52"/>
            </a:endParaRPr>
          </a:p>
        </p:txBody>
      </p:sp>
      <p:sp>
        <p:nvSpPr>
          <p:cNvPr id="7" name="TextBox 6">
            <a:extLst>
              <a:ext uri="{FF2B5EF4-FFF2-40B4-BE49-F238E27FC236}">
                <a16:creationId xmlns:a16="http://schemas.microsoft.com/office/drawing/2014/main" id="{02B0555E-1755-468D-9FD8-B2C2179489DE}"/>
              </a:ext>
            </a:extLst>
          </p:cNvPr>
          <p:cNvSpPr txBox="1">
            <a:spLocks noChangeArrowheads="1"/>
          </p:cNvSpPr>
          <p:nvPr/>
        </p:nvSpPr>
        <p:spPr bwMode="auto">
          <a:xfrm>
            <a:off x="7235825" y="8610600"/>
            <a:ext cx="8534400" cy="454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nSpc>
                <a:spcPct val="150000"/>
              </a:lnSpc>
            </a:pPr>
            <a:r>
              <a:rPr lang="en-US" altLang="ru-RU" sz="2800" kern="100" spc="600" dirty="0">
                <a:solidFill>
                  <a:schemeClr val="tx2"/>
                </a:solidFill>
                <a:latin typeface="Montserrat SemiBold" panose="00000700000000000000" pitchFamily="50" charset="-52"/>
              </a:rPr>
              <a:t>HOW IS HII</a:t>
            </a:r>
            <a:r>
              <a:rPr lang="en-US" sz="2800" kern="100" spc="600" dirty="0">
                <a:solidFill>
                  <a:schemeClr val="tx2"/>
                </a:solidFill>
                <a:latin typeface="Montserrat SemiBold" panose="00000700000000000000" pitchFamily="50" charset="-52"/>
              </a:rPr>
              <a:t>™CALCULATED</a:t>
            </a:r>
            <a:r>
              <a:rPr lang="en-US" altLang="ru-RU" sz="2800" kern="100" spc="600" dirty="0">
                <a:solidFill>
                  <a:schemeClr val="tx2"/>
                </a:solidFill>
                <a:latin typeface="Montserrat SemiBold" panose="00000700000000000000" pitchFamily="50" charset="-52"/>
              </a:rPr>
              <a:t> </a:t>
            </a:r>
            <a:endParaRPr lang="en-US" altLang="ru-RU" sz="2800" dirty="0">
              <a:solidFill>
                <a:schemeClr val="tx2"/>
              </a:solidFill>
              <a:latin typeface="Montserrat" panose="00000500000000000000" pitchFamily="50" charset="-52"/>
            </a:endParaRPr>
          </a:p>
          <a:p>
            <a:pPr>
              <a:lnSpc>
                <a:spcPct val="150000"/>
              </a:lnSpc>
            </a:pPr>
            <a:endParaRPr lang="en-US" altLang="ru-RU" sz="500" dirty="0">
              <a:solidFill>
                <a:schemeClr val="tx2"/>
              </a:solidFill>
              <a:latin typeface="Montserrat" panose="00000500000000000000" pitchFamily="50" charset="-52"/>
            </a:endParaRPr>
          </a:p>
          <a:p>
            <a:pPr marL="0" marR="0" lvl="0" indent="0" algn="l" defTabSz="914217" rtl="0" eaLnBrk="1" fontAlgn="auto" latinLnBrk="0" hangingPunct="1">
              <a:lnSpc>
                <a:spcPct val="100000"/>
              </a:lnSpc>
              <a:spcBef>
                <a:spcPts val="0"/>
              </a:spcBef>
              <a:spcAft>
                <a:spcPts val="0"/>
              </a:spcAft>
              <a:buClrTx/>
              <a:buSzTx/>
              <a:buFontTx/>
              <a:buNone/>
              <a:tabLst/>
              <a:defRPr/>
            </a:pPr>
            <a:endParaRPr lang="en-US" sz="2400" b="0" i="0" dirty="0">
              <a:solidFill>
                <a:schemeClr val="tx2"/>
              </a:solidFill>
              <a:effectLst/>
              <a:latin typeface="Hind" panose="02000000000000000000" pitchFamily="2" charset="0"/>
            </a:endParaRPr>
          </a:p>
          <a:p>
            <a:pPr marL="0" marR="0" lvl="0" indent="0" algn="l" defTabSz="914217" rtl="0" eaLnBrk="1" fontAlgn="auto" latinLnBrk="0" hangingPunct="1">
              <a:lnSpc>
                <a:spcPct val="100000"/>
              </a:lnSpc>
              <a:spcBef>
                <a:spcPts val="0"/>
              </a:spcBef>
              <a:spcAft>
                <a:spcPts val="0"/>
              </a:spcAft>
              <a:buClrTx/>
              <a:buSzTx/>
              <a:buFontTx/>
              <a:buNone/>
              <a:tabLst/>
              <a:defRPr/>
            </a:pPr>
            <a:r>
              <a:rPr lang="en-US" altLang="ko-KR" sz="2400" dirty="0">
                <a:solidFill>
                  <a:schemeClr val="tx2"/>
                </a:solidFill>
                <a:latin typeface="Hind" panose="02000000000000000000" pitchFamily="2" charset="0"/>
              </a:rPr>
              <a:t>The </a:t>
            </a:r>
            <a:r>
              <a:rPr lang="en-US" altLang="ko-KR" sz="2400" dirty="0" err="1">
                <a:solidFill>
                  <a:schemeClr val="tx2"/>
                </a:solidFill>
                <a:latin typeface="Hind" panose="02000000000000000000" pitchFamily="2" charset="0"/>
              </a:rPr>
              <a:t>HealthRate</a:t>
            </a:r>
            <a:r>
              <a:rPr lang="en-US" altLang="ko-KR" sz="2400" dirty="0">
                <a:solidFill>
                  <a:schemeClr val="tx2"/>
                </a:solidFill>
                <a:latin typeface="Hind" panose="02000000000000000000" pitchFamily="2" charset="0"/>
              </a:rPr>
              <a:t> Institutional Index begins by identifying a comprehensive set of services that are relevant to high-cost cases—a challenging endeavor. It then gathers the necessary data and organizes this information into categories weighted by their significance to service line billing patterns. The index calculates price fluctuations for each category, quantifying these changes according to their weighted importance. Finally, the index is regularly updated to incorporate newly available data and reflect ongoing trends.</a:t>
            </a:r>
          </a:p>
        </p:txBody>
      </p:sp>
      <p:cxnSp>
        <p:nvCxnSpPr>
          <p:cNvPr id="11" name="Straight Connector 10">
            <a:extLst>
              <a:ext uri="{FF2B5EF4-FFF2-40B4-BE49-F238E27FC236}">
                <a16:creationId xmlns:a16="http://schemas.microsoft.com/office/drawing/2014/main" id="{DF8137F2-84D1-4D9A-BAB6-BC17B01B54E8}"/>
              </a:ext>
            </a:extLst>
          </p:cNvPr>
          <p:cNvCxnSpPr>
            <a:cxnSpLocks/>
          </p:cNvCxnSpPr>
          <p:nvPr/>
        </p:nvCxnSpPr>
        <p:spPr>
          <a:xfrm flipH="1">
            <a:off x="1368425" y="8336816"/>
            <a:ext cx="214884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DFE186D-BF58-4503-9BFE-7432E85B9971}"/>
              </a:ext>
            </a:extLst>
          </p:cNvPr>
          <p:cNvSpPr txBox="1">
            <a:spLocks noChangeArrowheads="1"/>
          </p:cNvSpPr>
          <p:nvPr/>
        </p:nvSpPr>
        <p:spPr bwMode="auto">
          <a:xfrm>
            <a:off x="16151225" y="8610600"/>
            <a:ext cx="7626247" cy="41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nSpc>
                <a:spcPct val="150000"/>
              </a:lnSpc>
            </a:pPr>
            <a:r>
              <a:rPr lang="en-US" altLang="ru-RU" sz="2800" kern="100" spc="600" dirty="0">
                <a:solidFill>
                  <a:schemeClr val="tx2"/>
                </a:solidFill>
                <a:latin typeface="Montserrat SemiBold" panose="00000700000000000000" pitchFamily="50" charset="-52"/>
              </a:rPr>
              <a:t>THE BENEFIT OF HII</a:t>
            </a:r>
            <a:r>
              <a:rPr lang="en-US" sz="2800" kern="100" spc="600" dirty="0">
                <a:solidFill>
                  <a:schemeClr val="tx2"/>
                </a:solidFill>
                <a:latin typeface="Montserrat SemiBold" panose="00000700000000000000" pitchFamily="50" charset="-52"/>
              </a:rPr>
              <a:t>™</a:t>
            </a:r>
            <a:endParaRPr lang="en-US" altLang="ru-RU" sz="2800" dirty="0">
              <a:solidFill>
                <a:schemeClr val="tx2"/>
              </a:solidFill>
              <a:latin typeface="Montserrat" panose="00000500000000000000" pitchFamily="50" charset="-52"/>
            </a:endParaRPr>
          </a:p>
          <a:p>
            <a:pPr>
              <a:lnSpc>
                <a:spcPct val="150000"/>
              </a:lnSpc>
            </a:pPr>
            <a:endParaRPr lang="en-US" altLang="ru-RU" sz="700" dirty="0">
              <a:solidFill>
                <a:schemeClr val="tx2"/>
              </a:solidFill>
              <a:latin typeface="Montserrat" panose="00000500000000000000" pitchFamily="50" charset="-52"/>
            </a:endParaRPr>
          </a:p>
          <a:p>
            <a:endParaRPr lang="en-US" sz="1800" b="0" i="0" dirty="0">
              <a:solidFill>
                <a:schemeClr val="tx2"/>
              </a:solidFill>
              <a:effectLst/>
              <a:latin typeface="Hind" panose="02000000000000000000" pitchFamily="2" charset="0"/>
            </a:endParaRPr>
          </a:p>
          <a:p>
            <a:r>
              <a:rPr lang="en-US" sz="2400" b="0" i="0" dirty="0">
                <a:solidFill>
                  <a:schemeClr val="tx2"/>
                </a:solidFill>
                <a:effectLst/>
                <a:latin typeface="Hind" panose="02000000000000000000" pitchFamily="2" charset="0"/>
              </a:rPr>
              <a:t>Price indexing is a well-established and reliable method for comparing costs over time and across different regions. It has been widely used by governments, economists, businesses, and financial institutions for many decades.   The HII has been specifically designed to solve the </a:t>
            </a:r>
            <a:r>
              <a:rPr lang="en-US" altLang="ko-KR" sz="2400" dirty="0">
                <a:solidFill>
                  <a:schemeClr val="tx2"/>
                </a:solidFill>
                <a:latin typeface="Hind" panose="02000000000000000000" pitchFamily="2" charset="0"/>
              </a:rPr>
              <a:t>“percent of what” problem; allowing you to compare complex reimbursement methodologies across medical centers with confidence.</a:t>
            </a:r>
            <a:endParaRPr lang="en-US" altLang="ko-KR" sz="4000" dirty="0">
              <a:solidFill>
                <a:schemeClr val="tx2"/>
              </a:solidFill>
              <a:latin typeface="Montserrat" panose="00000500000000000000" pitchFamily="50" charset="-52"/>
            </a:endParaRPr>
          </a:p>
        </p:txBody>
      </p:sp>
      <p:sp>
        <p:nvSpPr>
          <p:cNvPr id="18" name="TextBox 17">
            <a:extLst>
              <a:ext uri="{FF2B5EF4-FFF2-40B4-BE49-F238E27FC236}">
                <a16:creationId xmlns:a16="http://schemas.microsoft.com/office/drawing/2014/main" id="{E71E75D6-2F0E-1652-9CEF-0907C3F7837E}"/>
              </a:ext>
            </a:extLst>
          </p:cNvPr>
          <p:cNvSpPr txBox="1"/>
          <p:nvPr/>
        </p:nvSpPr>
        <p:spPr>
          <a:xfrm>
            <a:off x="5355608" y="4419600"/>
            <a:ext cx="12695445" cy="2062103"/>
          </a:xfrm>
          <a:prstGeom prst="rect">
            <a:avLst/>
          </a:prstGeom>
          <a:noFill/>
        </p:spPr>
        <p:txBody>
          <a:bodyPr wrap="square">
            <a:spAutoFit/>
          </a:bodyPr>
          <a:lstStyle/>
          <a:p>
            <a:r>
              <a:rPr lang="en-US" sz="3200" i="1" dirty="0">
                <a:solidFill>
                  <a:srgbClr val="000000"/>
                </a:solidFill>
                <a:latin typeface="Montserrat" panose="00000500000000000000" pitchFamily="50" charset="-52"/>
              </a:rPr>
              <a:t>Tracking and analyzing healthcare costs </a:t>
            </a:r>
            <a:r>
              <a:rPr lang="en-US" sz="3200" b="1" i="1" dirty="0">
                <a:solidFill>
                  <a:srgbClr val="000000"/>
                </a:solidFill>
                <a:latin typeface="Montserrat" panose="00000500000000000000" pitchFamily="50" charset="-52"/>
              </a:rPr>
              <a:t>across Medical Centers</a:t>
            </a:r>
            <a:r>
              <a:rPr lang="en-US" sz="3200" i="1" dirty="0">
                <a:solidFill>
                  <a:srgbClr val="000000"/>
                </a:solidFill>
                <a:latin typeface="Montserrat" panose="00000500000000000000" pitchFamily="50" charset="-52"/>
              </a:rPr>
              <a:t> with precision, the patent pending </a:t>
            </a:r>
            <a:r>
              <a:rPr lang="en-US" sz="3200" i="1" dirty="0" err="1">
                <a:solidFill>
                  <a:srgbClr val="000000"/>
                </a:solidFill>
                <a:latin typeface="Montserrat" panose="00000500000000000000" pitchFamily="50" charset="-52"/>
              </a:rPr>
              <a:t>HealthRate</a:t>
            </a:r>
            <a:r>
              <a:rPr lang="en-US" sz="3200" i="1" dirty="0">
                <a:solidFill>
                  <a:srgbClr val="000000"/>
                </a:solidFill>
                <a:latin typeface="Montserrat" panose="00000500000000000000" pitchFamily="50" charset="-52"/>
              </a:rPr>
              <a:t> Institutional Index informs smarter financial decisions through cost normalization.</a:t>
            </a:r>
          </a:p>
        </p:txBody>
      </p:sp>
      <p:pic>
        <p:nvPicPr>
          <p:cNvPr id="2050" name="Picture 2" descr="130+ Patent Pending Symbol Stock Illustrations, Royalty-Free Vector Graphics  &amp; Clip Art - iStock">
            <a:extLst>
              <a:ext uri="{FF2B5EF4-FFF2-40B4-BE49-F238E27FC236}">
                <a16:creationId xmlns:a16="http://schemas.microsoft.com/office/drawing/2014/main" id="{F123A5B3-8F76-1A4F-E231-7B0BFDAC28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0689" y="2076510"/>
            <a:ext cx="5829300" cy="5829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ue text on a black background&#10;&#10;Description automatically generated">
            <a:extLst>
              <a:ext uri="{FF2B5EF4-FFF2-40B4-BE49-F238E27FC236}">
                <a16:creationId xmlns:a16="http://schemas.microsoft.com/office/drawing/2014/main" id="{3B7B8DFF-3140-078B-2459-01089307B6D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8051053" y="1295400"/>
            <a:ext cx="4348572" cy="1025058"/>
          </a:xfrm>
          <a:prstGeom prst="rect">
            <a:avLst/>
          </a:prstGeom>
        </p:spPr>
      </p:pic>
      <p:sp>
        <p:nvSpPr>
          <p:cNvPr id="10" name="TextBox 9">
            <a:extLst>
              <a:ext uri="{FF2B5EF4-FFF2-40B4-BE49-F238E27FC236}">
                <a16:creationId xmlns:a16="http://schemas.microsoft.com/office/drawing/2014/main" id="{FC2791EC-803D-4818-1D06-2393CE58BFEF}"/>
              </a:ext>
            </a:extLst>
          </p:cNvPr>
          <p:cNvSpPr txBox="1"/>
          <p:nvPr/>
        </p:nvSpPr>
        <p:spPr>
          <a:xfrm>
            <a:off x="19160398" y="7183677"/>
            <a:ext cx="2553427" cy="253916"/>
          </a:xfrm>
          <a:prstGeom prst="rect">
            <a:avLst/>
          </a:prstGeom>
          <a:noFill/>
        </p:spPr>
        <p:txBody>
          <a:bodyPr wrap="square">
            <a:spAutoFit/>
          </a:bodyPr>
          <a:lstStyle/>
          <a:p>
            <a:r>
              <a:rPr lang="en-US" altLang="ko-KR" sz="1050" dirty="0">
                <a:solidFill>
                  <a:schemeClr val="tx2"/>
                </a:solidFill>
                <a:latin typeface="Montserrat" panose="00000500000000000000" pitchFamily="50" charset="-52"/>
              </a:rPr>
              <a:t>Provisional patent # 63/707,441</a:t>
            </a:r>
          </a:p>
        </p:txBody>
      </p:sp>
      <p:sp>
        <p:nvSpPr>
          <p:cNvPr id="12" name="TextBox 11">
            <a:extLst>
              <a:ext uri="{FF2B5EF4-FFF2-40B4-BE49-F238E27FC236}">
                <a16:creationId xmlns:a16="http://schemas.microsoft.com/office/drawing/2014/main" id="{850D3374-BF92-602D-B802-F40E7195D87F}"/>
              </a:ext>
            </a:extLst>
          </p:cNvPr>
          <p:cNvSpPr txBox="1"/>
          <p:nvPr/>
        </p:nvSpPr>
        <p:spPr>
          <a:xfrm>
            <a:off x="18062294" y="240193"/>
            <a:ext cx="6070768" cy="369332"/>
          </a:xfrm>
          <a:prstGeom prst="rect">
            <a:avLst/>
          </a:prstGeom>
          <a:noFill/>
        </p:spPr>
        <p:txBody>
          <a:bodyPr wrap="square">
            <a:spAutoFit/>
          </a:bodyPr>
          <a:lstStyle/>
          <a:p>
            <a:pPr algn="r"/>
            <a:r>
              <a:rPr lang="en-US" sz="1800" kern="0" dirty="0">
                <a:solidFill>
                  <a:schemeClr val="tx2"/>
                </a:solidFill>
                <a:latin typeface="Montserrat" pitchFamily="2" charset="77"/>
              </a:rPr>
              <a:t>PROPRIETARY AND CONFIDENTIAL</a:t>
            </a:r>
            <a:endParaRPr lang="en-US" dirty="0">
              <a:solidFill>
                <a:schemeClr val="tx2"/>
              </a:solidFill>
              <a:latin typeface="Montserrat" pitchFamily="2" charset="77"/>
            </a:endParaRPr>
          </a:p>
        </p:txBody>
      </p:sp>
      <p:sp>
        <p:nvSpPr>
          <p:cNvPr id="13" name="TextBox 12">
            <a:extLst>
              <a:ext uri="{FF2B5EF4-FFF2-40B4-BE49-F238E27FC236}">
                <a16:creationId xmlns:a16="http://schemas.microsoft.com/office/drawing/2014/main" id="{32B15D96-D889-F3C2-3E6D-725A0C284DEF}"/>
              </a:ext>
            </a:extLst>
          </p:cNvPr>
          <p:cNvSpPr txBox="1"/>
          <p:nvPr/>
        </p:nvSpPr>
        <p:spPr>
          <a:xfrm>
            <a:off x="21561425" y="1681390"/>
            <a:ext cx="1866900" cy="400110"/>
          </a:xfrm>
          <a:prstGeom prst="rect">
            <a:avLst/>
          </a:prstGeom>
          <a:noFill/>
        </p:spPr>
        <p:txBody>
          <a:bodyPr wrap="square" rtlCol="0">
            <a:spAutoFit/>
          </a:bodyPr>
          <a:lstStyle/>
          <a:p>
            <a:pPr algn="r">
              <a:lnSpc>
                <a:spcPct val="80000"/>
              </a:lnSpc>
            </a:pPr>
            <a:r>
              <a:rPr lang="en-US" sz="2500" kern="100" spc="600" dirty="0">
                <a:solidFill>
                  <a:schemeClr val="tx2"/>
                </a:solidFill>
                <a:latin typeface="Montserrat Medium" panose="00000600000000000000" pitchFamily="50" charset="-52"/>
              </a:rPr>
              <a:t>01</a:t>
            </a:r>
            <a:endParaRPr lang="ru-RU" sz="2500" kern="100" spc="600" dirty="0">
              <a:solidFill>
                <a:schemeClr val="accent1"/>
              </a:solidFill>
              <a:latin typeface="Montserrat Medium" panose="00000600000000000000" pitchFamily="50" charset="-52"/>
            </a:endParaRPr>
          </a:p>
        </p:txBody>
      </p:sp>
      <p:pic>
        <p:nvPicPr>
          <p:cNvPr id="5" name="Picture 4">
            <a:extLst>
              <a:ext uri="{FF2B5EF4-FFF2-40B4-BE49-F238E27FC236}">
                <a16:creationId xmlns:a16="http://schemas.microsoft.com/office/drawing/2014/main" id="{FA31846F-DD84-8B3E-5CD6-C25F2C6CA83F}"/>
              </a:ext>
            </a:extLst>
          </p:cNvPr>
          <p:cNvPicPr>
            <a:picLocks noChangeAspect="1"/>
          </p:cNvPicPr>
          <p:nvPr/>
        </p:nvPicPr>
        <p:blipFill>
          <a:blip r:embed="rId5"/>
          <a:stretch>
            <a:fillRect/>
          </a:stretch>
        </p:blipFill>
        <p:spPr>
          <a:xfrm>
            <a:off x="970325" y="3782474"/>
            <a:ext cx="4131900" cy="41319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665261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F9AF76D-B6F8-4BFB-9E42-58FDCDF981C6}"/>
              </a:ext>
            </a:extLst>
          </p:cNvPr>
          <p:cNvSpPr/>
          <p:nvPr/>
        </p:nvSpPr>
        <p:spPr>
          <a:xfrm>
            <a:off x="758825" y="3886200"/>
            <a:ext cx="13716000" cy="8534399"/>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TextBox 5">
            <a:extLst>
              <a:ext uri="{FF2B5EF4-FFF2-40B4-BE49-F238E27FC236}">
                <a16:creationId xmlns:a16="http://schemas.microsoft.com/office/drawing/2014/main" id="{DD310281-9CBB-4A4A-A775-90C94C591330}"/>
              </a:ext>
            </a:extLst>
          </p:cNvPr>
          <p:cNvSpPr txBox="1">
            <a:spLocks noChangeArrowheads="1"/>
          </p:cNvSpPr>
          <p:nvPr/>
        </p:nvSpPr>
        <p:spPr bwMode="auto">
          <a:xfrm>
            <a:off x="15116613" y="3850129"/>
            <a:ext cx="8483797" cy="224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nSpc>
                <a:spcPct val="150000"/>
              </a:lnSpc>
            </a:pPr>
            <a:r>
              <a:rPr lang="en-US" sz="2400" b="1" i="1" kern="0" dirty="0">
                <a:solidFill>
                  <a:schemeClr val="tx2"/>
                </a:solidFill>
                <a:latin typeface="Montserrat" pitchFamily="2" charset="77"/>
              </a:rPr>
              <a:t>Consider the task of evaluating a heart transplant across multiple medical centers to project total costs.   The tables to the left compare two common charges</a:t>
            </a:r>
          </a:p>
        </p:txBody>
      </p:sp>
      <p:sp>
        <p:nvSpPr>
          <p:cNvPr id="40" name="TextBox 39">
            <a:extLst>
              <a:ext uri="{FF2B5EF4-FFF2-40B4-BE49-F238E27FC236}">
                <a16:creationId xmlns:a16="http://schemas.microsoft.com/office/drawing/2014/main" id="{A4AE1445-118A-40DA-A530-BFBA9CFF8433}"/>
              </a:ext>
            </a:extLst>
          </p:cNvPr>
          <p:cNvSpPr txBox="1"/>
          <p:nvPr/>
        </p:nvSpPr>
        <p:spPr>
          <a:xfrm>
            <a:off x="21561425" y="1681390"/>
            <a:ext cx="1866900" cy="400110"/>
          </a:xfrm>
          <a:prstGeom prst="rect">
            <a:avLst/>
          </a:prstGeom>
          <a:noFill/>
        </p:spPr>
        <p:txBody>
          <a:bodyPr wrap="square" rtlCol="0">
            <a:spAutoFit/>
          </a:bodyPr>
          <a:lstStyle/>
          <a:p>
            <a:pPr algn="r">
              <a:lnSpc>
                <a:spcPct val="80000"/>
              </a:lnSpc>
            </a:pPr>
            <a:r>
              <a:rPr lang="en-US" sz="2500" kern="100" spc="600" dirty="0">
                <a:solidFill>
                  <a:schemeClr val="tx2"/>
                </a:solidFill>
                <a:latin typeface="Montserrat Medium" panose="00000600000000000000" pitchFamily="50" charset="-52"/>
              </a:rPr>
              <a:t>02</a:t>
            </a:r>
            <a:endParaRPr lang="ru-RU" sz="2500" kern="100" spc="600" dirty="0">
              <a:solidFill>
                <a:schemeClr val="accent1"/>
              </a:solidFill>
              <a:latin typeface="Montserrat Medium" panose="00000600000000000000" pitchFamily="50" charset="-52"/>
            </a:endParaRPr>
          </a:p>
        </p:txBody>
      </p:sp>
      <p:pic>
        <p:nvPicPr>
          <p:cNvPr id="4" name="Picture 3" descr="A blue text on a black background&#10;&#10;Description automatically generated">
            <a:extLst>
              <a:ext uri="{FF2B5EF4-FFF2-40B4-BE49-F238E27FC236}">
                <a16:creationId xmlns:a16="http://schemas.microsoft.com/office/drawing/2014/main" id="{93388891-32BB-DD49-8EBB-3CED51471BD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8051053" y="1295400"/>
            <a:ext cx="4348572" cy="1025058"/>
          </a:xfrm>
          <a:prstGeom prst="rect">
            <a:avLst/>
          </a:prstGeom>
        </p:spPr>
      </p:pic>
      <p:sp>
        <p:nvSpPr>
          <p:cNvPr id="16" name="TextBox 15">
            <a:extLst>
              <a:ext uri="{FF2B5EF4-FFF2-40B4-BE49-F238E27FC236}">
                <a16:creationId xmlns:a16="http://schemas.microsoft.com/office/drawing/2014/main" id="{C4C038F4-CF51-5E40-A8CC-65DAF3850B7D}"/>
              </a:ext>
            </a:extLst>
          </p:cNvPr>
          <p:cNvSpPr txBox="1"/>
          <p:nvPr/>
        </p:nvSpPr>
        <p:spPr>
          <a:xfrm>
            <a:off x="18062294" y="240193"/>
            <a:ext cx="6070768" cy="369332"/>
          </a:xfrm>
          <a:prstGeom prst="rect">
            <a:avLst/>
          </a:prstGeom>
          <a:noFill/>
        </p:spPr>
        <p:txBody>
          <a:bodyPr wrap="square">
            <a:spAutoFit/>
          </a:bodyPr>
          <a:lstStyle/>
          <a:p>
            <a:pPr algn="r"/>
            <a:r>
              <a:rPr lang="en-US" sz="1800" kern="0" dirty="0">
                <a:solidFill>
                  <a:schemeClr val="tx2"/>
                </a:solidFill>
                <a:latin typeface="Montserrat" pitchFamily="2" charset="77"/>
              </a:rPr>
              <a:t>PROPRIETARY AND CONFIDENTIAL</a:t>
            </a:r>
            <a:endParaRPr lang="en-US" dirty="0">
              <a:solidFill>
                <a:schemeClr val="tx2"/>
              </a:solidFill>
              <a:latin typeface="Montserrat" pitchFamily="2" charset="77"/>
            </a:endParaRPr>
          </a:p>
        </p:txBody>
      </p:sp>
      <p:grpSp>
        <p:nvGrpSpPr>
          <p:cNvPr id="2" name="Group 1">
            <a:extLst>
              <a:ext uri="{FF2B5EF4-FFF2-40B4-BE49-F238E27FC236}">
                <a16:creationId xmlns:a16="http://schemas.microsoft.com/office/drawing/2014/main" id="{1F1FF7F2-43F9-F47E-EF2C-EAE4AAABABFF}"/>
              </a:ext>
            </a:extLst>
          </p:cNvPr>
          <p:cNvGrpSpPr/>
          <p:nvPr/>
        </p:nvGrpSpPr>
        <p:grpSpPr>
          <a:xfrm>
            <a:off x="1263751" y="1676400"/>
            <a:ext cx="11763273" cy="2240816"/>
            <a:chOff x="2701925" y="2254984"/>
            <a:chExt cx="10325100" cy="2240816"/>
          </a:xfrm>
        </p:grpSpPr>
        <p:sp>
          <p:nvSpPr>
            <p:cNvPr id="3" name="TextBox 2">
              <a:extLst>
                <a:ext uri="{FF2B5EF4-FFF2-40B4-BE49-F238E27FC236}">
                  <a16:creationId xmlns:a16="http://schemas.microsoft.com/office/drawing/2014/main" id="{DCC4E057-12D3-18CF-D5CA-30FD4044A443}"/>
                </a:ext>
              </a:extLst>
            </p:cNvPr>
            <p:cNvSpPr txBox="1"/>
            <p:nvPr/>
          </p:nvSpPr>
          <p:spPr>
            <a:xfrm>
              <a:off x="2701925" y="2864584"/>
              <a:ext cx="10325100" cy="1631216"/>
            </a:xfrm>
            <a:prstGeom prst="rect">
              <a:avLst/>
            </a:prstGeom>
            <a:noFill/>
          </p:spPr>
          <p:txBody>
            <a:bodyPr wrap="square" rtlCol="0">
              <a:spAutoFit/>
            </a:bodyPr>
            <a:lstStyle/>
            <a:p>
              <a:r>
                <a:rPr lang="en-US" sz="10000" kern="100" dirty="0">
                  <a:solidFill>
                    <a:srgbClr val="0C276D"/>
                  </a:solidFill>
                  <a:latin typeface="Charter Roman" panose="02040503050506020203" pitchFamily="18" charset="0"/>
                </a:rPr>
                <a:t>HII</a:t>
              </a:r>
              <a:r>
                <a:rPr lang="en-US" sz="9600" kern="100" dirty="0">
                  <a:solidFill>
                    <a:srgbClr val="0C276D"/>
                  </a:solidFill>
                  <a:latin typeface="Charter Roman" panose="02040503050506020203" pitchFamily="18" charset="0"/>
                </a:rPr>
                <a:t>™</a:t>
              </a:r>
              <a:endParaRPr lang="ru-RU" sz="10000" kern="100" dirty="0">
                <a:solidFill>
                  <a:srgbClr val="0C276D"/>
                </a:solidFill>
                <a:latin typeface="Montserrat" panose="00000500000000000000" pitchFamily="50" charset="-52"/>
              </a:endParaRPr>
            </a:p>
          </p:txBody>
        </p:sp>
        <p:sp>
          <p:nvSpPr>
            <p:cNvPr id="5" name="TextBox 4">
              <a:extLst>
                <a:ext uri="{FF2B5EF4-FFF2-40B4-BE49-F238E27FC236}">
                  <a16:creationId xmlns:a16="http://schemas.microsoft.com/office/drawing/2014/main" id="{D168D691-FE2C-9C3B-486E-56C59328E1F8}"/>
                </a:ext>
              </a:extLst>
            </p:cNvPr>
            <p:cNvSpPr txBox="1"/>
            <p:nvPr/>
          </p:nvSpPr>
          <p:spPr>
            <a:xfrm>
              <a:off x="2701925" y="2254984"/>
              <a:ext cx="7783516" cy="402354"/>
            </a:xfrm>
            <a:prstGeom prst="rect">
              <a:avLst/>
            </a:prstGeom>
            <a:noFill/>
          </p:spPr>
          <p:txBody>
            <a:bodyPr wrap="square" rtlCol="0">
              <a:spAutoFit/>
            </a:bodyPr>
            <a:lstStyle/>
            <a:p>
              <a:pPr>
                <a:lnSpc>
                  <a:spcPct val="80000"/>
                </a:lnSpc>
              </a:pPr>
              <a:r>
                <a:rPr lang="en-US" sz="2500" kern="100" spc="600" dirty="0">
                  <a:solidFill>
                    <a:schemeClr val="tx2"/>
                  </a:solidFill>
                  <a:latin typeface="Montserrat Medium" panose="00000600000000000000" pitchFamily="50" charset="-52"/>
                </a:rPr>
                <a:t>HEALTHRATE INSTITUTIONAL INDEX</a:t>
              </a:r>
              <a:endParaRPr lang="ru-RU" sz="2500" kern="100" spc="600" dirty="0">
                <a:solidFill>
                  <a:schemeClr val="accent1"/>
                </a:solidFill>
                <a:latin typeface="Montserrat Medium" panose="00000600000000000000" pitchFamily="50" charset="-52"/>
              </a:endParaRPr>
            </a:p>
          </p:txBody>
        </p:sp>
      </p:grpSp>
      <p:pic>
        <p:nvPicPr>
          <p:cNvPr id="12" name="Picture 11">
            <a:extLst>
              <a:ext uri="{FF2B5EF4-FFF2-40B4-BE49-F238E27FC236}">
                <a16:creationId xmlns:a16="http://schemas.microsoft.com/office/drawing/2014/main" id="{C860BC9B-35F7-425D-EC16-E169506433E6}"/>
              </a:ext>
            </a:extLst>
          </p:cNvPr>
          <p:cNvPicPr>
            <a:picLocks noChangeAspect="1"/>
          </p:cNvPicPr>
          <p:nvPr/>
        </p:nvPicPr>
        <p:blipFill>
          <a:blip r:embed="rId4"/>
          <a:stretch>
            <a:fillRect/>
          </a:stretch>
        </p:blipFill>
        <p:spPr>
          <a:xfrm>
            <a:off x="1315186" y="8290145"/>
            <a:ext cx="12574869" cy="2971100"/>
          </a:xfrm>
          <a:prstGeom prst="rect">
            <a:avLst/>
          </a:prstGeom>
        </p:spPr>
      </p:pic>
      <p:pic>
        <p:nvPicPr>
          <p:cNvPr id="14" name="Picture 13">
            <a:extLst>
              <a:ext uri="{FF2B5EF4-FFF2-40B4-BE49-F238E27FC236}">
                <a16:creationId xmlns:a16="http://schemas.microsoft.com/office/drawing/2014/main" id="{B22F3D5A-B25E-3899-2A2E-07DEE21DCD8B}"/>
              </a:ext>
            </a:extLst>
          </p:cNvPr>
          <p:cNvPicPr>
            <a:picLocks noChangeAspect="1"/>
          </p:cNvPicPr>
          <p:nvPr/>
        </p:nvPicPr>
        <p:blipFill>
          <a:blip r:embed="rId5"/>
          <a:stretch>
            <a:fillRect/>
          </a:stretch>
        </p:blipFill>
        <p:spPr>
          <a:xfrm>
            <a:off x="1263751" y="4450149"/>
            <a:ext cx="12574869" cy="2971100"/>
          </a:xfrm>
          <a:prstGeom prst="rect">
            <a:avLst/>
          </a:prstGeom>
        </p:spPr>
      </p:pic>
      <p:sp>
        <p:nvSpPr>
          <p:cNvPr id="15" name="TextBox 5">
            <a:extLst>
              <a:ext uri="{FF2B5EF4-FFF2-40B4-BE49-F238E27FC236}">
                <a16:creationId xmlns:a16="http://schemas.microsoft.com/office/drawing/2014/main" id="{9AF28818-B514-3A46-BE53-099D61B8E693}"/>
              </a:ext>
            </a:extLst>
          </p:cNvPr>
          <p:cNvSpPr txBox="1">
            <a:spLocks noChangeArrowheads="1"/>
          </p:cNvSpPr>
          <p:nvPr/>
        </p:nvSpPr>
        <p:spPr bwMode="auto">
          <a:xfrm>
            <a:off x="15208351" y="6716839"/>
            <a:ext cx="8483797" cy="113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nSpc>
                <a:spcPct val="150000"/>
              </a:lnSpc>
            </a:pPr>
            <a:r>
              <a:rPr lang="en-US" sz="2400" b="1" kern="0" dirty="0">
                <a:solidFill>
                  <a:schemeClr val="tx2"/>
                </a:solidFill>
                <a:latin typeface="Montserrat" pitchFamily="2" charset="77"/>
              </a:rPr>
              <a:t>Table 1 </a:t>
            </a:r>
            <a:r>
              <a:rPr lang="en-US" sz="2400" kern="0" dirty="0">
                <a:solidFill>
                  <a:schemeClr val="tx2"/>
                </a:solidFill>
                <a:latin typeface="Montserrat" pitchFamily="2" charset="77"/>
              </a:rPr>
              <a:t>– compares expected billable charges equally </a:t>
            </a:r>
            <a:r>
              <a:rPr lang="en-US" sz="2400" b="1" i="1" u="sng" kern="0" dirty="0">
                <a:solidFill>
                  <a:schemeClr val="tx2"/>
                </a:solidFill>
                <a:latin typeface="Montserrat" pitchFamily="2" charset="77"/>
              </a:rPr>
              <a:t>without</a:t>
            </a:r>
            <a:r>
              <a:rPr lang="en-US" sz="2400" kern="0" dirty="0">
                <a:solidFill>
                  <a:schemeClr val="tx2"/>
                </a:solidFill>
                <a:latin typeface="Montserrat" pitchFamily="2" charset="77"/>
              </a:rPr>
              <a:t> adjustment for the chargemaster</a:t>
            </a:r>
          </a:p>
        </p:txBody>
      </p:sp>
      <p:sp>
        <p:nvSpPr>
          <p:cNvPr id="19" name="TextBox 5">
            <a:extLst>
              <a:ext uri="{FF2B5EF4-FFF2-40B4-BE49-F238E27FC236}">
                <a16:creationId xmlns:a16="http://schemas.microsoft.com/office/drawing/2014/main" id="{155890EC-44CF-016D-A74E-7CC449A675CA}"/>
              </a:ext>
            </a:extLst>
          </p:cNvPr>
          <p:cNvSpPr txBox="1">
            <a:spLocks noChangeArrowheads="1"/>
          </p:cNvSpPr>
          <p:nvPr/>
        </p:nvSpPr>
        <p:spPr bwMode="auto">
          <a:xfrm>
            <a:off x="15135028" y="8290145"/>
            <a:ext cx="8483797" cy="113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nSpc>
                <a:spcPct val="150000"/>
              </a:lnSpc>
            </a:pPr>
            <a:r>
              <a:rPr lang="en-US" sz="2400" b="1" kern="0" dirty="0">
                <a:solidFill>
                  <a:schemeClr val="tx2"/>
                </a:solidFill>
                <a:latin typeface="Montserrat" pitchFamily="2" charset="77"/>
              </a:rPr>
              <a:t>Table 2 </a:t>
            </a:r>
            <a:r>
              <a:rPr lang="en-US" sz="2400" kern="0" dirty="0">
                <a:solidFill>
                  <a:schemeClr val="tx2"/>
                </a:solidFill>
                <a:latin typeface="Montserrat" pitchFamily="2" charset="77"/>
              </a:rPr>
              <a:t>– compares expected billable charges </a:t>
            </a:r>
            <a:r>
              <a:rPr lang="en-US" sz="2400" b="1" i="1" u="sng" kern="0" dirty="0">
                <a:solidFill>
                  <a:schemeClr val="tx2"/>
                </a:solidFill>
                <a:latin typeface="Montserrat" pitchFamily="2" charset="77"/>
              </a:rPr>
              <a:t>with</a:t>
            </a:r>
            <a:r>
              <a:rPr lang="en-US" sz="2400" kern="0" dirty="0">
                <a:solidFill>
                  <a:schemeClr val="tx2"/>
                </a:solidFill>
                <a:latin typeface="Montserrat" pitchFamily="2" charset="77"/>
              </a:rPr>
              <a:t> adjustment for the chargemaster</a:t>
            </a:r>
          </a:p>
        </p:txBody>
      </p:sp>
      <p:sp>
        <p:nvSpPr>
          <p:cNvPr id="20" name="TextBox 5">
            <a:extLst>
              <a:ext uri="{FF2B5EF4-FFF2-40B4-BE49-F238E27FC236}">
                <a16:creationId xmlns:a16="http://schemas.microsoft.com/office/drawing/2014/main" id="{E4ADDEB0-95AA-A337-BCD3-67490347176F}"/>
              </a:ext>
            </a:extLst>
          </p:cNvPr>
          <p:cNvSpPr txBox="1">
            <a:spLocks noChangeArrowheads="1"/>
          </p:cNvSpPr>
          <p:nvPr/>
        </p:nvSpPr>
        <p:spPr bwMode="auto">
          <a:xfrm>
            <a:off x="14944528" y="10209040"/>
            <a:ext cx="8483797" cy="169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nSpc>
                <a:spcPct val="150000"/>
              </a:lnSpc>
            </a:pPr>
            <a:r>
              <a:rPr lang="en-US" sz="2400" kern="0" dirty="0">
                <a:solidFill>
                  <a:schemeClr val="tx2"/>
                </a:solidFill>
                <a:latin typeface="Montserrat" pitchFamily="2" charset="77"/>
              </a:rPr>
              <a:t>Despite Medical Center #2 (MC #2) having a higher percent of charges contract we can see it is </a:t>
            </a:r>
            <a:r>
              <a:rPr lang="en-US" sz="2400" b="1" i="1" u="sng" kern="0" dirty="0">
                <a:solidFill>
                  <a:schemeClr val="tx2"/>
                </a:solidFill>
                <a:latin typeface="Montserrat" pitchFamily="2" charset="77"/>
              </a:rPr>
              <a:t>16% cheaper</a:t>
            </a:r>
            <a:r>
              <a:rPr lang="en-US" sz="2400" kern="0" dirty="0">
                <a:solidFill>
                  <a:schemeClr val="tx2"/>
                </a:solidFill>
                <a:latin typeface="Montserrat" pitchFamily="2" charset="77"/>
              </a:rPr>
              <a:t> than Medical Center #1 (MC#1)</a:t>
            </a:r>
          </a:p>
        </p:txBody>
      </p:sp>
      <p:sp>
        <p:nvSpPr>
          <p:cNvPr id="22" name="TextBox 21">
            <a:extLst>
              <a:ext uri="{FF2B5EF4-FFF2-40B4-BE49-F238E27FC236}">
                <a16:creationId xmlns:a16="http://schemas.microsoft.com/office/drawing/2014/main" id="{C65EE4B0-5360-FB77-38AF-9DD55AC8C433}"/>
              </a:ext>
            </a:extLst>
          </p:cNvPr>
          <p:cNvSpPr txBox="1"/>
          <p:nvPr/>
        </p:nvSpPr>
        <p:spPr>
          <a:xfrm>
            <a:off x="8681478" y="11500803"/>
            <a:ext cx="5157142" cy="400110"/>
          </a:xfrm>
          <a:prstGeom prst="rect">
            <a:avLst/>
          </a:prstGeom>
          <a:noFill/>
        </p:spPr>
        <p:txBody>
          <a:bodyPr wrap="square">
            <a:spAutoFit/>
          </a:bodyPr>
          <a:lstStyle/>
          <a:p>
            <a:r>
              <a:rPr lang="en-US" sz="2000" kern="0" dirty="0">
                <a:solidFill>
                  <a:schemeClr val="tx2"/>
                </a:solidFill>
                <a:latin typeface="Montserrat" pitchFamily="2" charset="77"/>
              </a:rPr>
              <a:t>Medical Center #2 is 16% cheaper</a:t>
            </a:r>
          </a:p>
        </p:txBody>
      </p:sp>
    </p:spTree>
    <p:extLst>
      <p:ext uri="{BB962C8B-B14F-4D97-AF65-F5344CB8AC3E}">
        <p14:creationId xmlns:p14="http://schemas.microsoft.com/office/powerpoint/2010/main" val="1408266842"/>
      </p:ext>
    </p:extLst>
  </p:cSld>
  <p:clrMapOvr>
    <a:masterClrMapping/>
  </p:clrMapOvr>
  <mc:AlternateContent xmlns:mc="http://schemas.openxmlformats.org/markup-compatibility/2006" xmlns:p14="http://schemas.microsoft.com/office/powerpoint/2010/main">
    <mc:Choice Requires="p14">
      <p:transition p14:dur="10" advClick="0" advTm="1000"/>
    </mc:Choice>
    <mc:Fallback xmlns="">
      <p:transition advClick="0"/>
    </mc:Fallback>
  </mc:AlternateContent>
</p:sld>
</file>

<file path=ppt/theme/theme1.xml><?xml version="1.0" encoding="utf-8"?>
<a:theme xmlns:a="http://schemas.openxmlformats.org/drawingml/2006/main" name="Default Theme">
  <a:themeElements>
    <a:clrScheme name="Proposal">
      <a:dk1>
        <a:srgbClr val="7F7F7F"/>
      </a:dk1>
      <a:lt1>
        <a:srgbClr val="FFFFFF"/>
      </a:lt1>
      <a:dk2>
        <a:srgbClr val="000000"/>
      </a:dk2>
      <a:lt2>
        <a:srgbClr val="FFFFFF"/>
      </a:lt2>
      <a:accent1>
        <a:srgbClr val="C3C8D4"/>
      </a:accent1>
      <a:accent2>
        <a:srgbClr val="5B9ABA"/>
      </a:accent2>
      <a:accent3>
        <a:srgbClr val="1A7C7B"/>
      </a:accent3>
      <a:accent4>
        <a:srgbClr val="91969B"/>
      </a:accent4>
      <a:accent5>
        <a:srgbClr val="4B5050"/>
      </a:accent5>
      <a:accent6>
        <a:srgbClr val="91969B"/>
      </a:accent6>
      <a:hlink>
        <a:srgbClr val="F33B48"/>
      </a:hlink>
      <a:folHlink>
        <a:srgbClr val="FFC000"/>
      </a:folHlink>
    </a:clrScheme>
    <a:fontScheme name="Custom 1">
      <a:majorFont>
        <a:latin typeface="Lato"/>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69D4087D868A64280E6AC3E8F6B5810" ma:contentTypeVersion="16" ma:contentTypeDescription="Create a new document." ma:contentTypeScope="" ma:versionID="19ce5066adb7177c837793775f08ac4e">
  <xsd:schema xmlns:xsd="http://www.w3.org/2001/XMLSchema" xmlns:xs="http://www.w3.org/2001/XMLSchema" xmlns:p="http://schemas.microsoft.com/office/2006/metadata/properties" xmlns:ns3="8a7bccb3-beae-4419-b3db-1cab465768bb" xmlns:ns4="cb869b95-5ab3-4a39-916d-3764e873700d" targetNamespace="http://schemas.microsoft.com/office/2006/metadata/properties" ma:root="true" ma:fieldsID="dafda3dc490bc354a25ce718f6532464" ns3:_="" ns4:_="">
    <xsd:import namespace="8a7bccb3-beae-4419-b3db-1cab465768bb"/>
    <xsd:import namespace="cb869b95-5ab3-4a39-916d-3764e873700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_activity" minOccurs="0"/>
                <xsd:element ref="ns3:MediaLengthInSeconds" minOccurs="0"/>
                <xsd:element ref="ns3:MediaServiceDateTaken"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7bccb3-beae-4419-b3db-1cab465768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b869b95-5ab3-4a39-916d-3764e873700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8a7bccb3-beae-4419-b3db-1cab465768b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3F60C5-FD4F-443A-95D3-CB2F80EA1D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7bccb3-beae-4419-b3db-1cab465768bb"/>
    <ds:schemaRef ds:uri="cb869b95-5ab3-4a39-916d-3764e87370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E13C243-1230-4286-85EF-65A8B17103B3}">
  <ds:schemaRefs>
    <ds:schemaRef ds:uri="http://schemas.microsoft.com/office/infopath/2007/PartnerControls"/>
    <ds:schemaRef ds:uri="http://schemas.microsoft.com/office/2006/documentManagement/types"/>
    <ds:schemaRef ds:uri="http://www.w3.org/XML/1998/namespace"/>
    <ds:schemaRef ds:uri="http://purl.org/dc/elements/1.1/"/>
    <ds:schemaRef ds:uri="cb869b95-5ab3-4a39-916d-3764e873700d"/>
    <ds:schemaRef ds:uri="http://schemas.microsoft.com/office/2006/metadata/properties"/>
    <ds:schemaRef ds:uri="http://purl.org/dc/terms/"/>
    <ds:schemaRef ds:uri="http://schemas.openxmlformats.org/package/2006/metadata/core-properties"/>
    <ds:schemaRef ds:uri="8a7bccb3-beae-4419-b3db-1cab465768bb"/>
    <ds:schemaRef ds:uri="http://purl.org/dc/dcmitype/"/>
  </ds:schemaRefs>
</ds:datastoreItem>
</file>

<file path=customXml/itemProps3.xml><?xml version="1.0" encoding="utf-8"?>
<ds:datastoreItem xmlns:ds="http://schemas.openxmlformats.org/officeDocument/2006/customXml" ds:itemID="{76625791-EAEA-4E46-A8DF-FF1F12083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90315</TotalTime>
  <Words>345</Words>
  <Application>Microsoft Office PowerPoint</Application>
  <PresentationFormat>Custom</PresentationFormat>
  <Paragraphs>29</Paragraphs>
  <Slides>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Arial</vt:lpstr>
      <vt:lpstr>Calibri</vt:lpstr>
      <vt:lpstr>Calibri Light</vt:lpstr>
      <vt:lpstr>Charter Roman</vt:lpstr>
      <vt:lpstr>Hind</vt:lpstr>
      <vt:lpstr>Montserrat</vt:lpstr>
      <vt:lpstr>Montserrat Medium</vt:lpstr>
      <vt:lpstr>Montserrat SemiBold</vt:lpstr>
      <vt:lpstr>Default Theme</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Аларон</dc:creator>
  <cp:lastModifiedBy>Jeff Sage</cp:lastModifiedBy>
  <cp:revision>8421</cp:revision>
  <dcterms:created xsi:type="dcterms:W3CDTF">2014-11-12T21:47:38Z</dcterms:created>
  <dcterms:modified xsi:type="dcterms:W3CDTF">2024-11-06T21:31:36Z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0x010100969D4087D868A64280E6AC3E8F6B5810</vt:lpwstr>
  </property>
</Properties>
</file>