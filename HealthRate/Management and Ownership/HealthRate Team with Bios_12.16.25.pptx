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
  </p:notesMasterIdLst>
  <p:handoutMasterIdLst>
    <p:handoutMasterId r:id="rId9"/>
  </p:handoutMasterIdLst>
  <p:sldIdLst>
    <p:sldId id="3604" r:id="rId5"/>
    <p:sldId id="3600" r:id="rId6"/>
    <p:sldId id="3579" r:id="rId7"/>
  </p:sldIdLst>
  <p:sldSz cx="2437765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136" userDrawn="1">
          <p15:clr>
            <a:srgbClr val="A4A3A4"/>
          </p15:clr>
        </p15:guide>
        <p15:guide id="4" pos="14777" userDrawn="1">
          <p15:clr>
            <a:srgbClr val="A4A3A4"/>
          </p15:clr>
        </p15:guide>
        <p15:guide id="6" pos="557" userDrawn="1">
          <p15:clr>
            <a:srgbClr val="A4A3A4"/>
          </p15:clr>
        </p15:guide>
        <p15:guide id="8" orient="horz" pos="504" userDrawn="1">
          <p15:clr>
            <a:srgbClr val="A4A3A4"/>
          </p15:clr>
        </p15:guide>
        <p15:guide id="10" pos="6998" userDrawn="1">
          <p15:clr>
            <a:srgbClr val="A4A3A4"/>
          </p15:clr>
        </p15:guide>
        <p15:guide id="11" orient="horz" pos="432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dim Dianov" initials="VD" lastIdx="0" clrIdx="0">
    <p:extLst>
      <p:ext uri="{19B8F6BF-5375-455C-9EA6-DF929625EA0E}">
        <p15:presenceInfo xmlns:p15="http://schemas.microsoft.com/office/powerpoint/2012/main" userId="c0e40506cef35c63" providerId="Windows Live"/>
      </p:ext>
    </p:extLst>
  </p:cmAuthor>
  <p:cmAuthor id="2" name="Tim Michaels" initials="tm" lastIdx="1" clrIdx="1">
    <p:extLst>
      <p:ext uri="{19B8F6BF-5375-455C-9EA6-DF929625EA0E}">
        <p15:presenceInfo xmlns:p15="http://schemas.microsoft.com/office/powerpoint/2012/main" userId="184c5367642d7a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6600"/>
    <a:srgbClr val="29407E"/>
    <a:srgbClr val="97B8CD"/>
    <a:srgbClr val="4B5050"/>
    <a:srgbClr val="2960A1"/>
    <a:srgbClr val="7294C0"/>
    <a:srgbClr val="81878D"/>
    <a:srgbClr val="C3C8D4"/>
    <a:srgbClr val="2A60A0"/>
    <a:srgbClr val="0C276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E034F3-751D-4A35-9755-DE6BC876A642}" v="9" dt="2025-12-16T19:32:28.727"/>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83235" autoAdjust="0"/>
  </p:normalViewPr>
  <p:slideViewPr>
    <p:cSldViewPr snapToObjects="1">
      <p:cViewPr varScale="1">
        <p:scale>
          <a:sx n="32" d="100"/>
          <a:sy n="32" d="100"/>
        </p:scale>
        <p:origin x="1458" y="264"/>
      </p:cViewPr>
      <p:guideLst>
        <p:guide orient="horz" pos="8136"/>
        <p:guide pos="14777"/>
        <p:guide pos="557"/>
        <p:guide orient="horz" pos="504"/>
        <p:guide pos="6998"/>
        <p:guide orient="horz" pos="43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2" d="100"/>
        <a:sy n="52" d="100"/>
      </p:scale>
      <p:origin x="0" y="0"/>
    </p:cViewPr>
  </p:sorterViewPr>
  <p:notesViewPr>
    <p:cSldViewPr snapToObjects="1" showGuides="1">
      <p:cViewPr varScale="1">
        <p:scale>
          <a:sx n="87" d="100"/>
          <a:sy n="87" d="100"/>
        </p:scale>
        <p:origin x="298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handoutMaster" Target="handoutMasters/handout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 Sherrard" userId="eb690ae9-1187-4a44-8e37-226a880420ad" providerId="ADAL" clId="{E54F28A8-836C-4E02-96F6-640733D8B01F}"/>
    <pc:docChg chg="undo custSel modSld">
      <pc:chgData name="Tom Sherrard" userId="eb690ae9-1187-4a44-8e37-226a880420ad" providerId="ADAL" clId="{E54F28A8-836C-4E02-96F6-640733D8B01F}" dt="2025-12-16T19:32:28.727" v="285"/>
      <pc:docMkLst>
        <pc:docMk/>
      </pc:docMkLst>
      <pc:sldChg chg="modSp mod">
        <pc:chgData name="Tom Sherrard" userId="eb690ae9-1187-4a44-8e37-226a880420ad" providerId="ADAL" clId="{E54F28A8-836C-4E02-96F6-640733D8B01F}" dt="2025-12-16T19:30:40.582" v="283" actId="20577"/>
        <pc:sldMkLst>
          <pc:docMk/>
          <pc:sldMk cId="2895054608" sldId="3600"/>
        </pc:sldMkLst>
        <pc:spChg chg="mod">
          <ac:chgData name="Tom Sherrard" userId="eb690ae9-1187-4a44-8e37-226a880420ad" providerId="ADAL" clId="{E54F28A8-836C-4E02-96F6-640733D8B01F}" dt="2025-12-16T19:30:40.582" v="283" actId="20577"/>
          <ac:spMkLst>
            <pc:docMk/>
            <pc:sldMk cId="2895054608" sldId="3600"/>
            <ac:spMk id="8" creationId="{48579BA4-6A1D-4723-A14F-BAD248B9BF7F}"/>
          </ac:spMkLst>
        </pc:spChg>
        <pc:spChg chg="mod">
          <ac:chgData name="Tom Sherrard" userId="eb690ae9-1187-4a44-8e37-226a880420ad" providerId="ADAL" clId="{E54F28A8-836C-4E02-96F6-640733D8B01F}" dt="2025-12-16T19:30:12.238" v="276" actId="20577"/>
          <ac:spMkLst>
            <pc:docMk/>
            <pc:sldMk cId="2895054608" sldId="3600"/>
            <ac:spMk id="9" creationId="{F0849B48-0EBF-4645-BE44-A80343E3BB66}"/>
          </ac:spMkLst>
        </pc:spChg>
      </pc:sldChg>
      <pc:sldChg chg="addSp delSp modSp mod">
        <pc:chgData name="Tom Sherrard" userId="eb690ae9-1187-4a44-8e37-226a880420ad" providerId="ADAL" clId="{E54F28A8-836C-4E02-96F6-640733D8B01F}" dt="2025-12-16T19:32:28.727" v="285"/>
        <pc:sldMkLst>
          <pc:docMk/>
          <pc:sldMk cId="1979595770" sldId="3604"/>
        </pc:sldMkLst>
        <pc:spChg chg="mod">
          <ac:chgData name="Tom Sherrard" userId="eb690ae9-1187-4a44-8e37-226a880420ad" providerId="ADAL" clId="{E54F28A8-836C-4E02-96F6-640733D8B01F}" dt="2025-12-16T19:22:34.229" v="41" actId="20577"/>
          <ac:spMkLst>
            <pc:docMk/>
            <pc:sldMk cId="1979595770" sldId="3604"/>
            <ac:spMk id="8" creationId="{48579BA4-6A1D-4723-A14F-BAD248B9BF7F}"/>
          </ac:spMkLst>
        </pc:spChg>
        <pc:spChg chg="mod">
          <ac:chgData name="Tom Sherrard" userId="eb690ae9-1187-4a44-8e37-226a880420ad" providerId="ADAL" clId="{E54F28A8-836C-4E02-96F6-640733D8B01F}" dt="2025-12-16T19:22:50.453" v="61" actId="20577"/>
          <ac:spMkLst>
            <pc:docMk/>
            <pc:sldMk cId="1979595770" sldId="3604"/>
            <ac:spMk id="9" creationId="{F0849B48-0EBF-4645-BE44-A80343E3BB66}"/>
          </ac:spMkLst>
        </pc:spChg>
        <pc:spChg chg="add del mod">
          <ac:chgData name="Tom Sherrard" userId="eb690ae9-1187-4a44-8e37-226a880420ad" providerId="ADAL" clId="{E54F28A8-836C-4E02-96F6-640733D8B01F}" dt="2025-12-16T19:28:36.116" v="252"/>
          <ac:spMkLst>
            <pc:docMk/>
            <pc:sldMk cId="1979595770" sldId="3604"/>
            <ac:spMk id="10" creationId="{49A542E8-BD49-514D-8300-08F54E4FD249}"/>
          </ac:spMkLst>
        </pc:spChg>
        <pc:spChg chg="mod">
          <ac:chgData name="Tom Sherrard" userId="eb690ae9-1187-4a44-8e37-226a880420ad" providerId="ADAL" clId="{E54F28A8-836C-4E02-96F6-640733D8B01F}" dt="2025-12-16T19:31:27.410" v="284"/>
          <ac:spMkLst>
            <pc:docMk/>
            <pc:sldMk cId="1979595770" sldId="3604"/>
            <ac:spMk id="13" creationId="{5A3A36CB-A2E2-F180-4B8B-6F475E05DA5A}"/>
          </ac:spMkLst>
        </pc:spChg>
        <pc:spChg chg="mod">
          <ac:chgData name="Tom Sherrard" userId="eb690ae9-1187-4a44-8e37-226a880420ad" providerId="ADAL" clId="{E54F28A8-836C-4E02-96F6-640733D8B01F}" dt="2025-12-16T19:32:28.727" v="285"/>
          <ac:spMkLst>
            <pc:docMk/>
            <pc:sldMk cId="1979595770" sldId="3604"/>
            <ac:spMk id="14" creationId="{642A89DD-FACC-1B24-19B5-FBDB901AAAB8}"/>
          </ac:spMkLst>
        </pc:spChg>
        <pc:spChg chg="mod">
          <ac:chgData name="Tom Sherrard" userId="eb690ae9-1187-4a44-8e37-226a880420ad" providerId="ADAL" clId="{E54F28A8-836C-4E02-96F6-640733D8B01F}" dt="2025-12-16T19:29:33.511" v="263" actId="20577"/>
          <ac:spMkLst>
            <pc:docMk/>
            <pc:sldMk cId="1979595770" sldId="3604"/>
            <ac:spMk id="16" creationId="{3BA45B9F-FA98-4348-BDBD-586A855AFEDA}"/>
          </ac:spMkLst>
        </pc:spChg>
        <pc:picChg chg="del">
          <ac:chgData name="Tom Sherrard" userId="eb690ae9-1187-4a44-8e37-226a880420ad" providerId="ADAL" clId="{E54F28A8-836C-4E02-96F6-640733D8B01F}" dt="2025-12-16T19:28:17.952" v="251" actId="478"/>
          <ac:picMkLst>
            <pc:docMk/>
            <pc:sldMk cId="1979595770" sldId="3604"/>
            <ac:picMk id="6" creationId="{199135D6-D5C1-AB7B-8164-A4A1AA755BA0}"/>
          </ac:picMkLst>
        </pc:picChg>
        <pc:picChg chg="add mod">
          <ac:chgData name="Tom Sherrard" userId="eb690ae9-1187-4a44-8e37-226a880420ad" providerId="ADAL" clId="{E54F28A8-836C-4E02-96F6-640733D8B01F}" dt="2025-12-16T19:28:36.659" v="254" actId="962"/>
          <ac:picMkLst>
            <pc:docMk/>
            <pc:sldMk cId="1979595770" sldId="3604"/>
            <ac:picMk id="15" creationId="{8CCD65AF-4755-D97C-2B8D-C7E4C06416AD}"/>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D7A611-2048-4605-8D03-E3095CC75915}" type="datetimeFigureOut">
              <a:rPr lang="ru-RU" smtClean="0"/>
              <a:pPr/>
              <a:t>16.12.2025</a:t>
            </a:fld>
            <a:endParaRPr lang="ru-RU"/>
          </a:p>
        </p:txBody>
      </p:sp>
      <p:sp>
        <p:nvSpPr>
          <p:cNvPr id="4" name="Нижний колонтитул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025B5DF-ECC1-4884-9553-BC4B4E4A44C7}" type="slidenum">
              <a:rPr lang="ru-RU" smtClean="0"/>
              <a:pPr/>
              <a:t>‹#›</a:t>
            </a:fld>
            <a:endParaRPr lang="ru-RU"/>
          </a:p>
        </p:txBody>
      </p:sp>
    </p:spTree>
    <p:extLst>
      <p:ext uri="{BB962C8B-B14F-4D97-AF65-F5344CB8AC3E}">
        <p14:creationId xmlns:p14="http://schemas.microsoft.com/office/powerpoint/2010/main" val="18953559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Calibri Light"/>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Calibri Light"/>
              </a:defRPr>
            </a:lvl1pPr>
          </a:lstStyle>
          <a:p>
            <a:fld id="{EFC10EE1-B198-C942-8235-326C972CBB30}" type="datetimeFigureOut">
              <a:rPr lang="en-US" smtClean="0"/>
              <a:pPr/>
              <a:t>12/16/2025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Calibri Light"/>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Calibri Light"/>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kern="1200">
        <a:solidFill>
          <a:schemeClr val="tx1"/>
        </a:solidFill>
        <a:latin typeface="Calibri Light"/>
        <a:ea typeface="+mn-ea"/>
        <a:cs typeface="+mn-cs"/>
      </a:defRPr>
    </a:lvl1pPr>
    <a:lvl2pPr marL="914217" algn="l" defTabSz="914217" rtl="0" eaLnBrk="1" latinLnBrk="0" hangingPunct="1">
      <a:defRPr sz="2400" kern="1200">
        <a:solidFill>
          <a:schemeClr val="tx1"/>
        </a:solidFill>
        <a:latin typeface="Calibri Light"/>
        <a:ea typeface="+mn-ea"/>
        <a:cs typeface="+mn-cs"/>
      </a:defRPr>
    </a:lvl2pPr>
    <a:lvl3pPr marL="1828434" algn="l" defTabSz="914217" rtl="0" eaLnBrk="1" latinLnBrk="0" hangingPunct="1">
      <a:defRPr sz="2400" kern="1200">
        <a:solidFill>
          <a:schemeClr val="tx1"/>
        </a:solidFill>
        <a:latin typeface="Calibri Light"/>
        <a:ea typeface="+mn-ea"/>
        <a:cs typeface="+mn-cs"/>
      </a:defRPr>
    </a:lvl3pPr>
    <a:lvl4pPr marL="2742651" algn="l" defTabSz="914217" rtl="0" eaLnBrk="1" latinLnBrk="0" hangingPunct="1">
      <a:defRPr sz="2400" kern="1200">
        <a:solidFill>
          <a:schemeClr val="tx1"/>
        </a:solidFill>
        <a:latin typeface="Calibri Light"/>
        <a:ea typeface="+mn-ea"/>
        <a:cs typeface="+mn-cs"/>
      </a:defRPr>
    </a:lvl4pPr>
    <a:lvl5pPr marL="3656868" algn="l" defTabSz="914217" rtl="0" eaLnBrk="1" latinLnBrk="0" hangingPunct="1">
      <a:defRPr sz="2400" kern="1200">
        <a:solidFill>
          <a:schemeClr val="tx1"/>
        </a:solidFill>
        <a:latin typeface="Calibri Light"/>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pPr marL="0" marR="0" lvl="0" indent="0" algn="r" defTabSz="1828434" rtl="0" eaLnBrk="1" fontAlgn="auto" latinLnBrk="0" hangingPunct="1">
              <a:lnSpc>
                <a:spcPct val="100000"/>
              </a:lnSpc>
              <a:spcBef>
                <a:spcPts val="0"/>
              </a:spcBef>
              <a:spcAft>
                <a:spcPts val="0"/>
              </a:spcAft>
              <a:buClrTx/>
              <a:buSzTx/>
              <a:buFontTx/>
              <a:buNone/>
              <a:tabLst/>
              <a:defRPr/>
            </a:pPr>
            <a:fld id="{006BE02D-20C0-F840-AFAC-BEA99C74FDC2}" type="slidenum">
              <a:rPr kumimoji="0" lang="en-US" sz="1200" b="0" i="0" u="none" strike="noStrike" kern="1200" cap="none" spc="0" normalizeH="0" baseline="0" noProof="0" smtClean="0">
                <a:ln>
                  <a:noFill/>
                </a:ln>
                <a:solidFill>
                  <a:prstClr val="black"/>
                </a:solidFill>
                <a:effectLst/>
                <a:uLnTx/>
                <a:uFillTx/>
                <a:latin typeface="Calibri Light"/>
                <a:ea typeface="+mn-ea"/>
                <a:cs typeface="+mn-cs"/>
              </a:rPr>
              <a:pPr marL="0" marR="0" lvl="0" indent="0" algn="r" defTabSz="182843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Light"/>
              <a:ea typeface="+mn-ea"/>
              <a:cs typeface="+mn-cs"/>
            </a:endParaRPr>
          </a:p>
        </p:txBody>
      </p:sp>
    </p:spTree>
    <p:extLst>
      <p:ext uri="{BB962C8B-B14F-4D97-AF65-F5344CB8AC3E}">
        <p14:creationId xmlns:p14="http://schemas.microsoft.com/office/powerpoint/2010/main" val="1523686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006BE02D-20C0-F840-AFAC-BEA99C74FDC2}" type="slidenum">
              <a:rPr lang="en-US" smtClean="0"/>
              <a:pPr/>
              <a:t>2</a:t>
            </a:fld>
            <a:endParaRPr lang="en-US"/>
          </a:p>
        </p:txBody>
      </p:sp>
    </p:spTree>
    <p:extLst>
      <p:ext uri="{BB962C8B-B14F-4D97-AF65-F5344CB8AC3E}">
        <p14:creationId xmlns:p14="http://schemas.microsoft.com/office/powerpoint/2010/main" val="1523686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u-RU"/>
          </a:p>
        </p:txBody>
      </p:sp>
      <p:sp>
        <p:nvSpPr>
          <p:cNvPr id="4" name="Slide Number Placeholder 3"/>
          <p:cNvSpPr>
            <a:spLocks noGrp="1"/>
          </p:cNvSpPr>
          <p:nvPr>
            <p:ph type="sldNum" sz="quarter" idx="10"/>
          </p:nvPr>
        </p:nvSpPr>
        <p:spPr/>
        <p:txBody>
          <a:bodyPr/>
          <a:lstStyle/>
          <a:p>
            <a:fld id="{006BE02D-20C0-F840-AFAC-BEA99C74FDC2}" type="slidenum">
              <a:rPr lang="en-US" smtClean="0"/>
              <a:pPr/>
              <a:t>3</a:t>
            </a:fld>
            <a:endParaRPr lang="en-US" dirty="0"/>
          </a:p>
        </p:txBody>
      </p:sp>
    </p:spTree>
    <p:extLst>
      <p:ext uri="{BB962C8B-B14F-4D97-AF65-F5344CB8AC3E}">
        <p14:creationId xmlns:p14="http://schemas.microsoft.com/office/powerpoint/2010/main" val="1523686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F42541E0-F91B-4F74-BE17-E965478025CD}"/>
              </a:ext>
            </a:extLst>
          </p:cNvPr>
          <p:cNvSpPr>
            <a:spLocks noGrp="1"/>
          </p:cNvSpPr>
          <p:nvPr>
            <p:ph type="pic" sz="quarter" idx="10"/>
          </p:nvPr>
        </p:nvSpPr>
        <p:spPr>
          <a:xfrm>
            <a:off x="1104695" y="1002890"/>
            <a:ext cx="22168260" cy="11710220"/>
          </a:xfrm>
          <a:prstGeom prst="rect">
            <a:avLst/>
          </a:prstGeom>
        </p:spPr>
        <p:txBody>
          <a:bodyPr/>
          <a:lstStyle/>
          <a:p>
            <a:endParaRPr lang="ru-RU"/>
          </a:p>
        </p:txBody>
      </p:sp>
    </p:spTree>
    <p:extLst>
      <p:ext uri="{BB962C8B-B14F-4D97-AF65-F5344CB8AC3E}">
        <p14:creationId xmlns:p14="http://schemas.microsoft.com/office/powerpoint/2010/main" val="7039287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 #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855E5DE-5421-4B8C-A881-46EF8A6EBEF4}"/>
              </a:ext>
            </a:extLst>
          </p:cNvPr>
          <p:cNvSpPr>
            <a:spLocks noGrp="1"/>
          </p:cNvSpPr>
          <p:nvPr>
            <p:ph type="pic" sz="quarter" idx="10"/>
          </p:nvPr>
        </p:nvSpPr>
        <p:spPr>
          <a:xfrm>
            <a:off x="18321552" y="4876653"/>
            <a:ext cx="6056097" cy="8839347"/>
          </a:xfrm>
          <a:prstGeom prst="rect">
            <a:avLst/>
          </a:prstGeom>
        </p:spPr>
        <p:txBody>
          <a:bodyPr/>
          <a:lstStyle/>
          <a:p>
            <a:endParaRPr lang="ru-RU"/>
          </a:p>
        </p:txBody>
      </p:sp>
    </p:spTree>
    <p:extLst>
      <p:ext uri="{BB962C8B-B14F-4D97-AF65-F5344CB8AC3E}">
        <p14:creationId xmlns:p14="http://schemas.microsoft.com/office/powerpoint/2010/main" val="39876804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3">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27679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0C70A35-E71E-4E02-873B-6EB2710FF268}"/>
              </a:ext>
            </a:extLst>
          </p:cNvPr>
          <p:cNvSpPr>
            <a:spLocks noGrp="1"/>
          </p:cNvSpPr>
          <p:nvPr>
            <p:ph type="pic" sz="quarter" idx="10"/>
          </p:nvPr>
        </p:nvSpPr>
        <p:spPr>
          <a:xfrm>
            <a:off x="1597024" y="9525000"/>
            <a:ext cx="18135599" cy="4191000"/>
          </a:xfrm>
          <a:prstGeom prst="rect">
            <a:avLst/>
          </a:prstGeom>
        </p:spPr>
        <p:txBody>
          <a:bodyPr/>
          <a:lstStyle/>
          <a:p>
            <a:endParaRPr lang="ru-RU"/>
          </a:p>
        </p:txBody>
      </p:sp>
    </p:spTree>
    <p:extLst>
      <p:ext uri="{BB962C8B-B14F-4D97-AF65-F5344CB8AC3E}">
        <p14:creationId xmlns:p14="http://schemas.microsoft.com/office/powerpoint/2010/main" val="22933601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04424A9-01FF-43A9-B69C-9227F172898B}"/>
              </a:ext>
            </a:extLst>
          </p:cNvPr>
          <p:cNvSpPr>
            <a:spLocks noGrp="1"/>
          </p:cNvSpPr>
          <p:nvPr>
            <p:ph type="pic" sz="quarter" idx="10"/>
          </p:nvPr>
        </p:nvSpPr>
        <p:spPr>
          <a:xfrm>
            <a:off x="0" y="-1"/>
            <a:ext cx="19732621" cy="6857999"/>
          </a:xfrm>
          <a:prstGeom prst="rect">
            <a:avLst/>
          </a:prstGeom>
        </p:spPr>
        <p:txBody>
          <a:bodyPr/>
          <a:lstStyle/>
          <a:p>
            <a:endParaRPr lang="ru-RU"/>
          </a:p>
        </p:txBody>
      </p:sp>
    </p:spTree>
    <p:extLst>
      <p:ext uri="{BB962C8B-B14F-4D97-AF65-F5344CB8AC3E}">
        <p14:creationId xmlns:p14="http://schemas.microsoft.com/office/powerpoint/2010/main" val="15734820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6">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9CF595E-0799-4278-ACD9-2BD69540AFE0}"/>
              </a:ext>
            </a:extLst>
          </p:cNvPr>
          <p:cNvSpPr>
            <a:spLocks noGrp="1"/>
          </p:cNvSpPr>
          <p:nvPr>
            <p:ph type="pic" sz="quarter" idx="10"/>
          </p:nvPr>
        </p:nvSpPr>
        <p:spPr>
          <a:xfrm>
            <a:off x="12188825" y="0"/>
            <a:ext cx="12188826" cy="6862486"/>
          </a:xfrm>
          <a:prstGeom prst="rect">
            <a:avLst/>
          </a:prstGeom>
        </p:spPr>
        <p:txBody>
          <a:bodyPr/>
          <a:lstStyle/>
          <a:p>
            <a:endParaRPr lang="ru-RU"/>
          </a:p>
        </p:txBody>
      </p:sp>
    </p:spTree>
    <p:extLst>
      <p:ext uri="{BB962C8B-B14F-4D97-AF65-F5344CB8AC3E}">
        <p14:creationId xmlns:p14="http://schemas.microsoft.com/office/powerpoint/2010/main" val="8591413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7">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E5ED7C-9622-4AEA-A4E8-BE585D684235}"/>
              </a:ext>
            </a:extLst>
          </p:cNvPr>
          <p:cNvSpPr>
            <a:spLocks noGrp="1"/>
          </p:cNvSpPr>
          <p:nvPr>
            <p:ph type="pic" sz="quarter" idx="10"/>
          </p:nvPr>
        </p:nvSpPr>
        <p:spPr>
          <a:xfrm>
            <a:off x="0" y="6862489"/>
            <a:ext cx="12188825" cy="6853511"/>
          </a:xfrm>
          <a:prstGeom prst="rect">
            <a:avLst/>
          </a:prstGeom>
        </p:spPr>
        <p:txBody>
          <a:bodyPr/>
          <a:lstStyle/>
          <a:p>
            <a:endParaRPr lang="ru-RU"/>
          </a:p>
        </p:txBody>
      </p:sp>
    </p:spTree>
    <p:extLst>
      <p:ext uri="{BB962C8B-B14F-4D97-AF65-F5344CB8AC3E}">
        <p14:creationId xmlns:p14="http://schemas.microsoft.com/office/powerpoint/2010/main" val="15454866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263553D-4BE0-469E-AF3F-1C864ECFBD09}"/>
              </a:ext>
            </a:extLst>
          </p:cNvPr>
          <p:cNvSpPr>
            <a:spLocks noGrp="1"/>
          </p:cNvSpPr>
          <p:nvPr>
            <p:ph type="pic" sz="quarter" idx="10"/>
          </p:nvPr>
        </p:nvSpPr>
        <p:spPr>
          <a:xfrm>
            <a:off x="1633178" y="5612102"/>
            <a:ext cx="12155846" cy="8103898"/>
          </a:xfrm>
          <a:prstGeom prst="rect">
            <a:avLst/>
          </a:prstGeom>
        </p:spPr>
        <p:txBody>
          <a:bodyPr/>
          <a:lstStyle/>
          <a:p>
            <a:endParaRPr lang="ru-RU"/>
          </a:p>
        </p:txBody>
      </p:sp>
    </p:spTree>
    <p:extLst>
      <p:ext uri="{BB962C8B-B14F-4D97-AF65-F5344CB8AC3E}">
        <p14:creationId xmlns:p14="http://schemas.microsoft.com/office/powerpoint/2010/main" val="10329172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9">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32862D51-B2C9-4DA3-9FC1-5CA10F2978C5}"/>
              </a:ext>
            </a:extLst>
          </p:cNvPr>
          <p:cNvSpPr>
            <a:spLocks noGrp="1"/>
          </p:cNvSpPr>
          <p:nvPr>
            <p:ph type="pic" sz="quarter" idx="11"/>
          </p:nvPr>
        </p:nvSpPr>
        <p:spPr>
          <a:xfrm>
            <a:off x="14551025" y="5650202"/>
            <a:ext cx="9826624" cy="8065798"/>
          </a:xfrm>
          <a:prstGeom prst="rect">
            <a:avLst/>
          </a:prstGeom>
        </p:spPr>
        <p:txBody>
          <a:bodyPr/>
          <a:lstStyle/>
          <a:p>
            <a:endParaRPr lang="ru-RU"/>
          </a:p>
        </p:txBody>
      </p:sp>
      <p:sp>
        <p:nvSpPr>
          <p:cNvPr id="4" name="Picture Placeholder 3">
            <a:extLst>
              <a:ext uri="{FF2B5EF4-FFF2-40B4-BE49-F238E27FC236}">
                <a16:creationId xmlns:a16="http://schemas.microsoft.com/office/drawing/2014/main" id="{3A1A9656-62A9-4578-BB7E-29CF845ED2B5}"/>
              </a:ext>
            </a:extLst>
          </p:cNvPr>
          <p:cNvSpPr>
            <a:spLocks noGrp="1"/>
          </p:cNvSpPr>
          <p:nvPr>
            <p:ph type="pic" sz="quarter" idx="10"/>
          </p:nvPr>
        </p:nvSpPr>
        <p:spPr>
          <a:xfrm>
            <a:off x="1633178" y="0"/>
            <a:ext cx="12155846" cy="8103898"/>
          </a:xfrm>
          <a:prstGeom prst="rect">
            <a:avLst/>
          </a:prstGeom>
        </p:spPr>
        <p:txBody>
          <a:bodyPr/>
          <a:lstStyle/>
          <a:p>
            <a:endParaRPr lang="ru-RU"/>
          </a:p>
        </p:txBody>
      </p:sp>
    </p:spTree>
    <p:extLst>
      <p:ext uri="{BB962C8B-B14F-4D97-AF65-F5344CB8AC3E}">
        <p14:creationId xmlns:p14="http://schemas.microsoft.com/office/powerpoint/2010/main" val="3756854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10">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32A35DB-8F4B-4D00-9035-84F3C73D347D}"/>
              </a:ext>
            </a:extLst>
          </p:cNvPr>
          <p:cNvSpPr>
            <a:spLocks noGrp="1"/>
          </p:cNvSpPr>
          <p:nvPr>
            <p:ph type="pic" sz="quarter" idx="10"/>
          </p:nvPr>
        </p:nvSpPr>
        <p:spPr>
          <a:xfrm>
            <a:off x="14551026" y="0"/>
            <a:ext cx="9826623" cy="8065798"/>
          </a:xfrm>
          <a:prstGeom prst="rect">
            <a:avLst/>
          </a:prstGeom>
        </p:spPr>
        <p:txBody>
          <a:bodyPr/>
          <a:lstStyle/>
          <a:p>
            <a:endParaRPr lang="ru-RU"/>
          </a:p>
        </p:txBody>
      </p:sp>
      <p:sp>
        <p:nvSpPr>
          <p:cNvPr id="6" name="Picture Placeholder 4">
            <a:extLst>
              <a:ext uri="{FF2B5EF4-FFF2-40B4-BE49-F238E27FC236}">
                <a16:creationId xmlns:a16="http://schemas.microsoft.com/office/drawing/2014/main" id="{EB10E16D-A608-44ED-8BE4-711182907417}"/>
              </a:ext>
            </a:extLst>
          </p:cNvPr>
          <p:cNvSpPr>
            <a:spLocks noGrp="1"/>
          </p:cNvSpPr>
          <p:nvPr>
            <p:ph type="pic" sz="quarter" idx="11"/>
          </p:nvPr>
        </p:nvSpPr>
        <p:spPr>
          <a:xfrm>
            <a:off x="1630002" y="5650202"/>
            <a:ext cx="12155846" cy="8065798"/>
          </a:xfrm>
          <a:prstGeom prst="rect">
            <a:avLst/>
          </a:prstGeom>
        </p:spPr>
        <p:txBody>
          <a:bodyPr/>
          <a:lstStyle/>
          <a:p>
            <a:endParaRPr lang="ru-RU"/>
          </a:p>
        </p:txBody>
      </p:sp>
    </p:spTree>
    <p:extLst>
      <p:ext uri="{BB962C8B-B14F-4D97-AF65-F5344CB8AC3E}">
        <p14:creationId xmlns:p14="http://schemas.microsoft.com/office/powerpoint/2010/main" val="18079575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lide #1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884032D-3ADE-4F68-AA96-22672421068F}"/>
              </a:ext>
            </a:extLst>
          </p:cNvPr>
          <p:cNvSpPr>
            <a:spLocks noGrp="1"/>
          </p:cNvSpPr>
          <p:nvPr>
            <p:ph type="pic" sz="quarter" idx="10"/>
          </p:nvPr>
        </p:nvSpPr>
        <p:spPr>
          <a:xfrm>
            <a:off x="14893927" y="0"/>
            <a:ext cx="9483722" cy="7907726"/>
          </a:xfrm>
          <a:prstGeom prst="rect">
            <a:avLst/>
          </a:prstGeom>
        </p:spPr>
        <p:txBody>
          <a:bodyPr/>
          <a:lstStyle/>
          <a:p>
            <a:endParaRPr lang="ru-RU"/>
          </a:p>
        </p:txBody>
      </p:sp>
      <p:sp>
        <p:nvSpPr>
          <p:cNvPr id="9" name="Picture Placeholder 2">
            <a:extLst>
              <a:ext uri="{FF2B5EF4-FFF2-40B4-BE49-F238E27FC236}">
                <a16:creationId xmlns:a16="http://schemas.microsoft.com/office/drawing/2014/main" id="{2C0D2747-9C40-4FFA-B222-31B7204DB6CE}"/>
              </a:ext>
            </a:extLst>
          </p:cNvPr>
          <p:cNvSpPr>
            <a:spLocks noGrp="1"/>
          </p:cNvSpPr>
          <p:nvPr>
            <p:ph type="pic" sz="quarter" idx="11"/>
          </p:nvPr>
        </p:nvSpPr>
        <p:spPr>
          <a:xfrm>
            <a:off x="-3174" y="7907726"/>
            <a:ext cx="14897101" cy="5846374"/>
          </a:xfrm>
          <a:prstGeom prst="rect">
            <a:avLst/>
          </a:prstGeom>
        </p:spPr>
        <p:txBody>
          <a:bodyPr/>
          <a:lstStyle/>
          <a:p>
            <a:endParaRPr lang="ru-RU"/>
          </a:p>
        </p:txBody>
      </p:sp>
    </p:spTree>
    <p:extLst>
      <p:ext uri="{BB962C8B-B14F-4D97-AF65-F5344CB8AC3E}">
        <p14:creationId xmlns:p14="http://schemas.microsoft.com/office/powerpoint/2010/main" val="17935803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12">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623B3977-E7BC-4867-B2CC-7C1870487A39}"/>
              </a:ext>
            </a:extLst>
          </p:cNvPr>
          <p:cNvSpPr>
            <a:spLocks noGrp="1"/>
          </p:cNvSpPr>
          <p:nvPr>
            <p:ph type="pic" sz="quarter" idx="10"/>
          </p:nvPr>
        </p:nvSpPr>
        <p:spPr>
          <a:xfrm>
            <a:off x="14893928" y="-1"/>
            <a:ext cx="9483722" cy="13715995"/>
          </a:xfrm>
          <a:prstGeom prst="rect">
            <a:avLst/>
          </a:prstGeom>
        </p:spPr>
        <p:txBody>
          <a:bodyPr/>
          <a:lstStyle/>
          <a:p>
            <a:endParaRPr lang="ru-RU"/>
          </a:p>
        </p:txBody>
      </p:sp>
    </p:spTree>
    <p:extLst>
      <p:ext uri="{BB962C8B-B14F-4D97-AF65-F5344CB8AC3E}">
        <p14:creationId xmlns:p14="http://schemas.microsoft.com/office/powerpoint/2010/main" val="16670237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1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D356DB90-15F5-4E36-B1DA-68553C9D96E2}"/>
              </a:ext>
            </a:extLst>
          </p:cNvPr>
          <p:cNvSpPr>
            <a:spLocks noGrp="1"/>
          </p:cNvSpPr>
          <p:nvPr>
            <p:ph type="pic" sz="quarter" idx="10"/>
          </p:nvPr>
        </p:nvSpPr>
        <p:spPr>
          <a:xfrm>
            <a:off x="-2" y="0"/>
            <a:ext cx="8125883" cy="13715994"/>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A86C16D2-60C4-4B5B-9DFA-AFAD735AF923}"/>
              </a:ext>
            </a:extLst>
          </p:cNvPr>
          <p:cNvSpPr>
            <a:spLocks noGrp="1"/>
          </p:cNvSpPr>
          <p:nvPr>
            <p:ph type="pic" sz="quarter" idx="11"/>
          </p:nvPr>
        </p:nvSpPr>
        <p:spPr>
          <a:xfrm>
            <a:off x="8122706" y="0"/>
            <a:ext cx="8125883" cy="13715994"/>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54505227-3902-416C-A115-6737AFD8A7D5}"/>
              </a:ext>
            </a:extLst>
          </p:cNvPr>
          <p:cNvSpPr>
            <a:spLocks noGrp="1"/>
          </p:cNvSpPr>
          <p:nvPr>
            <p:ph type="pic" sz="quarter" idx="12"/>
          </p:nvPr>
        </p:nvSpPr>
        <p:spPr>
          <a:xfrm>
            <a:off x="16242237" y="0"/>
            <a:ext cx="8125883" cy="13715994"/>
          </a:xfrm>
          <a:prstGeom prst="rect">
            <a:avLst/>
          </a:prstGeom>
        </p:spPr>
        <p:txBody>
          <a:bodyPr/>
          <a:lstStyle/>
          <a:p>
            <a:endParaRPr lang="ru-RU"/>
          </a:p>
        </p:txBody>
      </p:sp>
    </p:spTree>
    <p:extLst>
      <p:ext uri="{BB962C8B-B14F-4D97-AF65-F5344CB8AC3E}">
        <p14:creationId xmlns:p14="http://schemas.microsoft.com/office/powerpoint/2010/main" val="259979272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1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CCAD776-EC6F-4E01-93DA-D1A4F037A3BD}"/>
              </a:ext>
            </a:extLst>
          </p:cNvPr>
          <p:cNvSpPr>
            <a:spLocks noGrp="1"/>
          </p:cNvSpPr>
          <p:nvPr>
            <p:ph type="pic" sz="quarter" idx="10"/>
          </p:nvPr>
        </p:nvSpPr>
        <p:spPr>
          <a:xfrm>
            <a:off x="0" y="0"/>
            <a:ext cx="24377649" cy="13716000"/>
          </a:xfrm>
          <a:prstGeom prst="rect">
            <a:avLst/>
          </a:prstGeom>
        </p:spPr>
        <p:txBody>
          <a:bodyPr/>
          <a:lstStyle/>
          <a:p>
            <a:endParaRPr lang="ru-RU"/>
          </a:p>
        </p:txBody>
      </p:sp>
    </p:spTree>
    <p:extLst>
      <p:ext uri="{BB962C8B-B14F-4D97-AF65-F5344CB8AC3E}">
        <p14:creationId xmlns:p14="http://schemas.microsoft.com/office/powerpoint/2010/main" val="5740350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15">
    <p:spTree>
      <p:nvGrpSpPr>
        <p:cNvPr id="1" name=""/>
        <p:cNvGrpSpPr/>
        <p:nvPr/>
      </p:nvGrpSpPr>
      <p:grpSpPr>
        <a:xfrm>
          <a:off x="0" y="0"/>
          <a:ext cx="0" cy="0"/>
          <a:chOff x="0" y="0"/>
          <a:chExt cx="0" cy="0"/>
        </a:xfrm>
      </p:grpSpPr>
      <p:sp>
        <p:nvSpPr>
          <p:cNvPr id="13" name="Picture Placeholder 7">
            <a:extLst>
              <a:ext uri="{FF2B5EF4-FFF2-40B4-BE49-F238E27FC236}">
                <a16:creationId xmlns:a16="http://schemas.microsoft.com/office/drawing/2014/main" id="{978F8A87-0D3C-4835-8E94-C1463994ADFB}"/>
              </a:ext>
            </a:extLst>
          </p:cNvPr>
          <p:cNvSpPr>
            <a:spLocks noGrp="1"/>
          </p:cNvSpPr>
          <p:nvPr>
            <p:ph type="pic" sz="quarter" idx="11"/>
          </p:nvPr>
        </p:nvSpPr>
        <p:spPr>
          <a:xfrm>
            <a:off x="8056102" y="5637016"/>
            <a:ext cx="2819400" cy="2819400"/>
          </a:xfrm>
          <a:prstGeom prst="ellipse">
            <a:avLst/>
          </a:prstGeom>
        </p:spPr>
        <p:txBody>
          <a:bodyPr/>
          <a:lstStyle/>
          <a:p>
            <a:endParaRPr lang="ru-RU"/>
          </a:p>
        </p:txBody>
      </p:sp>
      <p:sp>
        <p:nvSpPr>
          <p:cNvPr id="14" name="Picture Placeholder 7">
            <a:extLst>
              <a:ext uri="{FF2B5EF4-FFF2-40B4-BE49-F238E27FC236}">
                <a16:creationId xmlns:a16="http://schemas.microsoft.com/office/drawing/2014/main" id="{6BDA02A8-EBDE-43F7-B6B4-081CDC3A0AAD}"/>
              </a:ext>
            </a:extLst>
          </p:cNvPr>
          <p:cNvSpPr>
            <a:spLocks noGrp="1"/>
          </p:cNvSpPr>
          <p:nvPr>
            <p:ph type="pic" sz="quarter" idx="12"/>
          </p:nvPr>
        </p:nvSpPr>
        <p:spPr>
          <a:xfrm>
            <a:off x="13428202" y="5637016"/>
            <a:ext cx="2819400" cy="2819400"/>
          </a:xfrm>
          <a:prstGeom prst="ellipse">
            <a:avLst/>
          </a:prstGeom>
        </p:spPr>
        <p:txBody>
          <a:bodyPr/>
          <a:lstStyle/>
          <a:p>
            <a:endParaRPr lang="ru-RU"/>
          </a:p>
        </p:txBody>
      </p:sp>
      <p:sp>
        <p:nvSpPr>
          <p:cNvPr id="15" name="Picture Placeholder 7">
            <a:extLst>
              <a:ext uri="{FF2B5EF4-FFF2-40B4-BE49-F238E27FC236}">
                <a16:creationId xmlns:a16="http://schemas.microsoft.com/office/drawing/2014/main" id="{6B00EC06-B140-4D08-B5A1-D063A7408877}"/>
              </a:ext>
            </a:extLst>
          </p:cNvPr>
          <p:cNvSpPr>
            <a:spLocks noGrp="1"/>
          </p:cNvSpPr>
          <p:nvPr>
            <p:ph type="pic" sz="quarter" idx="13"/>
          </p:nvPr>
        </p:nvSpPr>
        <p:spPr>
          <a:xfrm>
            <a:off x="18782379" y="5637016"/>
            <a:ext cx="2819400" cy="2819400"/>
          </a:xfrm>
          <a:prstGeom prst="ellipse">
            <a:avLst/>
          </a:prstGeom>
        </p:spPr>
        <p:txBody>
          <a:bodyPr/>
          <a:lstStyle/>
          <a:p>
            <a:endParaRPr lang="ru-RU"/>
          </a:p>
        </p:txBody>
      </p:sp>
      <p:sp>
        <p:nvSpPr>
          <p:cNvPr id="8" name="Picture Placeholder 7">
            <a:extLst>
              <a:ext uri="{FF2B5EF4-FFF2-40B4-BE49-F238E27FC236}">
                <a16:creationId xmlns:a16="http://schemas.microsoft.com/office/drawing/2014/main" id="{41E58582-3F38-481E-8D39-56EC30CC1F52}"/>
              </a:ext>
            </a:extLst>
          </p:cNvPr>
          <p:cNvSpPr>
            <a:spLocks noGrp="1"/>
          </p:cNvSpPr>
          <p:nvPr>
            <p:ph type="pic" sz="quarter" idx="10"/>
          </p:nvPr>
        </p:nvSpPr>
        <p:spPr>
          <a:xfrm>
            <a:off x="2684002" y="5637016"/>
            <a:ext cx="2819400" cy="2819400"/>
          </a:xfrm>
          <a:prstGeom prst="ellipse">
            <a:avLst/>
          </a:prstGeom>
        </p:spPr>
        <p:txBody>
          <a:bodyPr/>
          <a:lstStyle/>
          <a:p>
            <a:endParaRPr lang="ru-RU"/>
          </a:p>
        </p:txBody>
      </p:sp>
    </p:spTree>
    <p:extLst>
      <p:ext uri="{BB962C8B-B14F-4D97-AF65-F5344CB8AC3E}">
        <p14:creationId xmlns:p14="http://schemas.microsoft.com/office/powerpoint/2010/main" val="23139719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1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198788-AFF9-4E05-AF04-93C319F5A64A}"/>
              </a:ext>
            </a:extLst>
          </p:cNvPr>
          <p:cNvSpPr>
            <a:spLocks noGrp="1"/>
          </p:cNvSpPr>
          <p:nvPr>
            <p:ph type="pic" sz="quarter" idx="10"/>
          </p:nvPr>
        </p:nvSpPr>
        <p:spPr>
          <a:xfrm>
            <a:off x="9293224" y="5562599"/>
            <a:ext cx="5948723" cy="6019799"/>
          </a:xfrm>
          <a:prstGeom prst="rect">
            <a:avLst/>
          </a:prstGeom>
        </p:spPr>
        <p:txBody>
          <a:bodyPr/>
          <a:lstStyle/>
          <a:p>
            <a:endParaRPr lang="ru-RU"/>
          </a:p>
        </p:txBody>
      </p:sp>
    </p:spTree>
    <p:extLst>
      <p:ext uri="{BB962C8B-B14F-4D97-AF65-F5344CB8AC3E}">
        <p14:creationId xmlns:p14="http://schemas.microsoft.com/office/powerpoint/2010/main" val="2024053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17">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95BA1982-CA78-4EAD-B0C7-1F10B49BCE73}"/>
              </a:ext>
            </a:extLst>
          </p:cNvPr>
          <p:cNvSpPr>
            <a:spLocks noGrp="1"/>
          </p:cNvSpPr>
          <p:nvPr>
            <p:ph type="pic" sz="quarter" idx="10"/>
          </p:nvPr>
        </p:nvSpPr>
        <p:spPr>
          <a:xfrm>
            <a:off x="2587625" y="5198806"/>
            <a:ext cx="4761104" cy="4761104"/>
          </a:xfrm>
          <a:prstGeom prst="ellipse">
            <a:avLst/>
          </a:prstGeom>
        </p:spPr>
        <p:txBody>
          <a:bodyPr/>
          <a:lstStyle/>
          <a:p>
            <a:endParaRPr lang="ru-RU"/>
          </a:p>
        </p:txBody>
      </p:sp>
      <p:sp>
        <p:nvSpPr>
          <p:cNvPr id="6" name="Picture Placeholder 7">
            <a:extLst>
              <a:ext uri="{FF2B5EF4-FFF2-40B4-BE49-F238E27FC236}">
                <a16:creationId xmlns:a16="http://schemas.microsoft.com/office/drawing/2014/main" id="{80D0BE03-0C95-4B1D-9413-075B157AF0F4}"/>
              </a:ext>
            </a:extLst>
          </p:cNvPr>
          <p:cNvSpPr>
            <a:spLocks noGrp="1"/>
          </p:cNvSpPr>
          <p:nvPr>
            <p:ph type="pic" sz="quarter" idx="11"/>
          </p:nvPr>
        </p:nvSpPr>
        <p:spPr>
          <a:xfrm>
            <a:off x="9789466" y="5198806"/>
            <a:ext cx="4761104" cy="4761104"/>
          </a:xfrm>
          <a:prstGeom prst="ellipse">
            <a:avLst/>
          </a:prstGeom>
        </p:spPr>
        <p:txBody>
          <a:bodyPr/>
          <a:lstStyle/>
          <a:p>
            <a:endParaRPr lang="ru-RU"/>
          </a:p>
        </p:txBody>
      </p:sp>
      <p:sp>
        <p:nvSpPr>
          <p:cNvPr id="7" name="Picture Placeholder 7">
            <a:extLst>
              <a:ext uri="{FF2B5EF4-FFF2-40B4-BE49-F238E27FC236}">
                <a16:creationId xmlns:a16="http://schemas.microsoft.com/office/drawing/2014/main" id="{EF9CA010-7949-4D55-82C5-9EB5F0FED35E}"/>
              </a:ext>
            </a:extLst>
          </p:cNvPr>
          <p:cNvSpPr>
            <a:spLocks noGrp="1"/>
          </p:cNvSpPr>
          <p:nvPr>
            <p:ph type="pic" sz="quarter" idx="12"/>
          </p:nvPr>
        </p:nvSpPr>
        <p:spPr>
          <a:xfrm>
            <a:off x="16863373" y="5198806"/>
            <a:ext cx="4761104" cy="4761104"/>
          </a:xfrm>
          <a:prstGeom prst="ellipse">
            <a:avLst/>
          </a:prstGeom>
        </p:spPr>
        <p:txBody>
          <a:bodyPr/>
          <a:lstStyle/>
          <a:p>
            <a:endParaRPr lang="ru-RU"/>
          </a:p>
        </p:txBody>
      </p:sp>
    </p:spTree>
    <p:extLst>
      <p:ext uri="{BB962C8B-B14F-4D97-AF65-F5344CB8AC3E}">
        <p14:creationId xmlns:p14="http://schemas.microsoft.com/office/powerpoint/2010/main" val="32695257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lide #18">
    <p:spTree>
      <p:nvGrpSpPr>
        <p:cNvPr id="1" name=""/>
        <p:cNvGrpSpPr/>
        <p:nvPr/>
      </p:nvGrpSpPr>
      <p:grpSpPr>
        <a:xfrm>
          <a:off x="0" y="0"/>
          <a:ext cx="0" cy="0"/>
          <a:chOff x="0" y="0"/>
          <a:chExt cx="0" cy="0"/>
        </a:xfrm>
      </p:grpSpPr>
      <p:sp>
        <p:nvSpPr>
          <p:cNvPr id="8" name="Picture Placeholder 4">
            <a:extLst>
              <a:ext uri="{FF2B5EF4-FFF2-40B4-BE49-F238E27FC236}">
                <a16:creationId xmlns:a16="http://schemas.microsoft.com/office/drawing/2014/main" id="{36A8E1AD-FE8D-45ED-9E36-0AF203FCB9EF}"/>
              </a:ext>
            </a:extLst>
          </p:cNvPr>
          <p:cNvSpPr>
            <a:spLocks noGrp="1"/>
          </p:cNvSpPr>
          <p:nvPr>
            <p:ph type="pic" sz="quarter" idx="11"/>
          </p:nvPr>
        </p:nvSpPr>
        <p:spPr>
          <a:xfrm>
            <a:off x="3513598" y="9670209"/>
            <a:ext cx="6905831" cy="4045791"/>
          </a:xfrm>
          <a:prstGeom prst="rect">
            <a:avLst/>
          </a:prstGeom>
        </p:spPr>
        <p:txBody>
          <a:bodyPr/>
          <a:lstStyle/>
          <a:p>
            <a:endParaRPr lang="ru-RU"/>
          </a:p>
        </p:txBody>
      </p:sp>
      <p:sp>
        <p:nvSpPr>
          <p:cNvPr id="5" name="Picture Placeholder 4">
            <a:extLst>
              <a:ext uri="{FF2B5EF4-FFF2-40B4-BE49-F238E27FC236}">
                <a16:creationId xmlns:a16="http://schemas.microsoft.com/office/drawing/2014/main" id="{19671896-D212-4472-A852-0977E24BD5AB}"/>
              </a:ext>
            </a:extLst>
          </p:cNvPr>
          <p:cNvSpPr>
            <a:spLocks noGrp="1"/>
          </p:cNvSpPr>
          <p:nvPr>
            <p:ph type="pic" sz="quarter" idx="10"/>
          </p:nvPr>
        </p:nvSpPr>
        <p:spPr>
          <a:xfrm>
            <a:off x="3513598" y="2136358"/>
            <a:ext cx="6905831" cy="7000054"/>
          </a:xfrm>
          <a:prstGeom prst="rect">
            <a:avLst/>
          </a:prstGeom>
        </p:spPr>
        <p:txBody>
          <a:bodyPr/>
          <a:lstStyle/>
          <a:p>
            <a:endParaRPr lang="ru-RU"/>
          </a:p>
        </p:txBody>
      </p:sp>
    </p:spTree>
    <p:extLst>
      <p:ext uri="{BB962C8B-B14F-4D97-AF65-F5344CB8AC3E}">
        <p14:creationId xmlns:p14="http://schemas.microsoft.com/office/powerpoint/2010/main" val="19952469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lide #19">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9619F66-3045-482D-88E2-498AA549206C}"/>
              </a:ext>
            </a:extLst>
          </p:cNvPr>
          <p:cNvSpPr>
            <a:spLocks noGrp="1"/>
          </p:cNvSpPr>
          <p:nvPr>
            <p:ph type="pic" sz="quarter" idx="10"/>
          </p:nvPr>
        </p:nvSpPr>
        <p:spPr>
          <a:xfrm>
            <a:off x="1227598" y="2136358"/>
            <a:ext cx="6801261" cy="7000054"/>
          </a:xfrm>
          <a:prstGeom prst="rect">
            <a:avLst/>
          </a:prstGeom>
        </p:spPr>
        <p:txBody>
          <a:bodyPr/>
          <a:lstStyle/>
          <a:p>
            <a:endParaRPr lang="ru-RU"/>
          </a:p>
        </p:txBody>
      </p:sp>
      <p:sp>
        <p:nvSpPr>
          <p:cNvPr id="10" name="Picture Placeholder 8">
            <a:extLst>
              <a:ext uri="{FF2B5EF4-FFF2-40B4-BE49-F238E27FC236}">
                <a16:creationId xmlns:a16="http://schemas.microsoft.com/office/drawing/2014/main" id="{45CED58F-5EA6-41DD-975C-60743164C7A4}"/>
              </a:ext>
            </a:extLst>
          </p:cNvPr>
          <p:cNvSpPr>
            <a:spLocks noGrp="1"/>
          </p:cNvSpPr>
          <p:nvPr>
            <p:ph type="pic" sz="quarter" idx="11"/>
          </p:nvPr>
        </p:nvSpPr>
        <p:spPr>
          <a:xfrm>
            <a:off x="1227598" y="9670208"/>
            <a:ext cx="6801261" cy="4045791"/>
          </a:xfrm>
          <a:prstGeom prst="rect">
            <a:avLst/>
          </a:prstGeom>
        </p:spPr>
        <p:txBody>
          <a:bodyPr/>
          <a:lstStyle/>
          <a:p>
            <a:endParaRPr lang="ru-RU"/>
          </a:p>
        </p:txBody>
      </p:sp>
      <p:sp>
        <p:nvSpPr>
          <p:cNvPr id="11" name="Picture Placeholder 8">
            <a:extLst>
              <a:ext uri="{FF2B5EF4-FFF2-40B4-BE49-F238E27FC236}">
                <a16:creationId xmlns:a16="http://schemas.microsoft.com/office/drawing/2014/main" id="{7AE6F5BB-583C-4B57-A9FB-5C629A661B08}"/>
              </a:ext>
            </a:extLst>
          </p:cNvPr>
          <p:cNvSpPr>
            <a:spLocks noGrp="1"/>
          </p:cNvSpPr>
          <p:nvPr>
            <p:ph type="pic" sz="quarter" idx="12"/>
          </p:nvPr>
        </p:nvSpPr>
        <p:spPr>
          <a:xfrm>
            <a:off x="8683625" y="-1"/>
            <a:ext cx="6905831" cy="4045791"/>
          </a:xfrm>
          <a:prstGeom prst="rect">
            <a:avLst/>
          </a:prstGeom>
        </p:spPr>
        <p:txBody>
          <a:bodyPr/>
          <a:lstStyle/>
          <a:p>
            <a:endParaRPr lang="ru-RU"/>
          </a:p>
        </p:txBody>
      </p:sp>
      <p:sp>
        <p:nvSpPr>
          <p:cNvPr id="12" name="Picture Placeholder 8">
            <a:extLst>
              <a:ext uri="{FF2B5EF4-FFF2-40B4-BE49-F238E27FC236}">
                <a16:creationId xmlns:a16="http://schemas.microsoft.com/office/drawing/2014/main" id="{BD5E161B-6F6D-4BB6-9B4C-9B11C4E825E5}"/>
              </a:ext>
            </a:extLst>
          </p:cNvPr>
          <p:cNvSpPr>
            <a:spLocks noGrp="1"/>
          </p:cNvSpPr>
          <p:nvPr>
            <p:ph type="pic" sz="quarter" idx="13"/>
          </p:nvPr>
        </p:nvSpPr>
        <p:spPr>
          <a:xfrm>
            <a:off x="8683625" y="4648199"/>
            <a:ext cx="6905831" cy="7000054"/>
          </a:xfrm>
          <a:prstGeom prst="rect">
            <a:avLst/>
          </a:prstGeom>
        </p:spPr>
        <p:txBody>
          <a:bodyPr/>
          <a:lstStyle/>
          <a:p>
            <a:endParaRPr lang="ru-RU"/>
          </a:p>
        </p:txBody>
      </p:sp>
      <p:sp>
        <p:nvSpPr>
          <p:cNvPr id="15" name="Picture Placeholder 8">
            <a:extLst>
              <a:ext uri="{FF2B5EF4-FFF2-40B4-BE49-F238E27FC236}">
                <a16:creationId xmlns:a16="http://schemas.microsoft.com/office/drawing/2014/main" id="{314FF0B3-9C12-49DC-83C1-8225671AA87E}"/>
              </a:ext>
            </a:extLst>
          </p:cNvPr>
          <p:cNvSpPr>
            <a:spLocks noGrp="1"/>
          </p:cNvSpPr>
          <p:nvPr>
            <p:ph type="pic" sz="quarter" idx="14"/>
          </p:nvPr>
        </p:nvSpPr>
        <p:spPr>
          <a:xfrm>
            <a:off x="16188761" y="6715945"/>
            <a:ext cx="6961291" cy="7000054"/>
          </a:xfrm>
          <a:prstGeom prst="rect">
            <a:avLst/>
          </a:prstGeom>
        </p:spPr>
        <p:txBody>
          <a:bodyPr/>
          <a:lstStyle/>
          <a:p>
            <a:endParaRPr lang="ru-RU"/>
          </a:p>
        </p:txBody>
      </p:sp>
    </p:spTree>
    <p:extLst>
      <p:ext uri="{BB962C8B-B14F-4D97-AF65-F5344CB8AC3E}">
        <p14:creationId xmlns:p14="http://schemas.microsoft.com/office/powerpoint/2010/main" val="40008879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lide #20">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3543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lide #21">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DA872C2F-3B91-46A9-A6CC-C330C416F9B7}"/>
              </a:ext>
            </a:extLst>
          </p:cNvPr>
          <p:cNvSpPr>
            <a:spLocks noGrp="1"/>
          </p:cNvSpPr>
          <p:nvPr>
            <p:ph type="pic" sz="quarter" idx="10"/>
          </p:nvPr>
        </p:nvSpPr>
        <p:spPr>
          <a:xfrm>
            <a:off x="12721166" y="5105400"/>
            <a:ext cx="10062633" cy="4617332"/>
          </a:xfrm>
          <a:prstGeom prst="rect">
            <a:avLst/>
          </a:prstGeom>
        </p:spPr>
        <p:txBody>
          <a:bodyPr/>
          <a:lstStyle/>
          <a:p>
            <a:endParaRPr lang="ru-RU"/>
          </a:p>
        </p:txBody>
      </p:sp>
    </p:spTree>
    <p:extLst>
      <p:ext uri="{BB962C8B-B14F-4D97-AF65-F5344CB8AC3E}">
        <p14:creationId xmlns:p14="http://schemas.microsoft.com/office/powerpoint/2010/main" val="31003987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lide #22">
    <p:spTree>
      <p:nvGrpSpPr>
        <p:cNvPr id="1" name=""/>
        <p:cNvGrpSpPr/>
        <p:nvPr/>
      </p:nvGrpSpPr>
      <p:grpSpPr>
        <a:xfrm>
          <a:off x="0" y="0"/>
          <a:ext cx="0" cy="0"/>
          <a:chOff x="0" y="0"/>
          <a:chExt cx="0" cy="0"/>
        </a:xfrm>
      </p:grpSpPr>
    </p:spTree>
    <p:extLst>
      <p:ext uri="{BB962C8B-B14F-4D97-AF65-F5344CB8AC3E}">
        <p14:creationId xmlns:p14="http://schemas.microsoft.com/office/powerpoint/2010/main" val="4815896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lide #23">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437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lide #24">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17577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lide #25">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7807C14F-612F-4675-A089-63309D906343}"/>
              </a:ext>
            </a:extLst>
          </p:cNvPr>
          <p:cNvSpPr>
            <a:spLocks noGrp="1"/>
          </p:cNvSpPr>
          <p:nvPr>
            <p:ph type="pic" sz="quarter" idx="11"/>
          </p:nvPr>
        </p:nvSpPr>
        <p:spPr>
          <a:xfrm>
            <a:off x="7981540" y="5334000"/>
            <a:ext cx="2819400" cy="2819400"/>
          </a:xfrm>
          <a:prstGeom prst="ellipse">
            <a:avLst/>
          </a:prstGeom>
        </p:spPr>
        <p:txBody>
          <a:bodyPr/>
          <a:lstStyle/>
          <a:p>
            <a:endParaRPr lang="ru-RU"/>
          </a:p>
        </p:txBody>
      </p:sp>
      <p:sp>
        <p:nvSpPr>
          <p:cNvPr id="3" name="Picture Placeholder 7">
            <a:extLst>
              <a:ext uri="{FF2B5EF4-FFF2-40B4-BE49-F238E27FC236}">
                <a16:creationId xmlns:a16="http://schemas.microsoft.com/office/drawing/2014/main" id="{5CB003F4-1FE6-4A32-8E58-96D595644279}"/>
              </a:ext>
            </a:extLst>
          </p:cNvPr>
          <p:cNvSpPr>
            <a:spLocks noGrp="1"/>
          </p:cNvSpPr>
          <p:nvPr>
            <p:ph type="pic" sz="quarter" idx="12"/>
          </p:nvPr>
        </p:nvSpPr>
        <p:spPr>
          <a:xfrm>
            <a:off x="13693980" y="5334000"/>
            <a:ext cx="2819400" cy="2819400"/>
          </a:xfrm>
          <a:prstGeom prst="ellipse">
            <a:avLst/>
          </a:prstGeom>
        </p:spPr>
        <p:txBody>
          <a:bodyPr/>
          <a:lstStyle/>
          <a:p>
            <a:endParaRPr lang="ru-RU"/>
          </a:p>
        </p:txBody>
      </p:sp>
      <p:sp>
        <p:nvSpPr>
          <p:cNvPr id="4" name="Picture Placeholder 7">
            <a:extLst>
              <a:ext uri="{FF2B5EF4-FFF2-40B4-BE49-F238E27FC236}">
                <a16:creationId xmlns:a16="http://schemas.microsoft.com/office/drawing/2014/main" id="{2A3BCA8E-278E-4D11-9061-CF8CFBD3256F}"/>
              </a:ext>
            </a:extLst>
          </p:cNvPr>
          <p:cNvSpPr>
            <a:spLocks noGrp="1"/>
          </p:cNvSpPr>
          <p:nvPr>
            <p:ph type="pic" sz="quarter" idx="13"/>
          </p:nvPr>
        </p:nvSpPr>
        <p:spPr>
          <a:xfrm>
            <a:off x="19504025" y="5334000"/>
            <a:ext cx="2819400" cy="2819400"/>
          </a:xfrm>
          <a:prstGeom prst="ellipse">
            <a:avLst/>
          </a:prstGeom>
        </p:spPr>
        <p:txBody>
          <a:bodyPr/>
          <a:lstStyle/>
          <a:p>
            <a:endParaRPr lang="ru-RU"/>
          </a:p>
        </p:txBody>
      </p:sp>
      <p:sp>
        <p:nvSpPr>
          <p:cNvPr id="5" name="Picture Placeholder 7">
            <a:extLst>
              <a:ext uri="{FF2B5EF4-FFF2-40B4-BE49-F238E27FC236}">
                <a16:creationId xmlns:a16="http://schemas.microsoft.com/office/drawing/2014/main" id="{A9911017-6505-479D-B737-303F5874C8DE}"/>
              </a:ext>
            </a:extLst>
          </p:cNvPr>
          <p:cNvSpPr>
            <a:spLocks noGrp="1"/>
          </p:cNvSpPr>
          <p:nvPr>
            <p:ph type="pic" sz="quarter" idx="10"/>
          </p:nvPr>
        </p:nvSpPr>
        <p:spPr>
          <a:xfrm>
            <a:off x="2122948"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41343902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lide #26">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D4C8474-F9BE-4982-B030-37F00DC4D2A2}"/>
              </a:ext>
            </a:extLst>
          </p:cNvPr>
          <p:cNvSpPr>
            <a:spLocks noGrp="1"/>
          </p:cNvSpPr>
          <p:nvPr>
            <p:ph type="pic" sz="quarter" idx="10"/>
          </p:nvPr>
        </p:nvSpPr>
        <p:spPr>
          <a:xfrm>
            <a:off x="1227598" y="5181600"/>
            <a:ext cx="5932027" cy="8534400"/>
          </a:xfrm>
          <a:prstGeom prst="rect">
            <a:avLst/>
          </a:prstGeom>
        </p:spPr>
        <p:txBody>
          <a:bodyPr/>
          <a:lstStyle/>
          <a:p>
            <a:endParaRPr lang="ru-RU"/>
          </a:p>
        </p:txBody>
      </p:sp>
      <p:sp>
        <p:nvSpPr>
          <p:cNvPr id="7" name="Picture Placeholder 5">
            <a:extLst>
              <a:ext uri="{FF2B5EF4-FFF2-40B4-BE49-F238E27FC236}">
                <a16:creationId xmlns:a16="http://schemas.microsoft.com/office/drawing/2014/main" id="{B2791291-4CD9-4E06-9C70-8E49E6516C17}"/>
              </a:ext>
            </a:extLst>
          </p:cNvPr>
          <p:cNvSpPr>
            <a:spLocks noGrp="1"/>
          </p:cNvSpPr>
          <p:nvPr>
            <p:ph type="pic" sz="quarter" idx="11"/>
          </p:nvPr>
        </p:nvSpPr>
        <p:spPr>
          <a:xfrm>
            <a:off x="7616825" y="5181600"/>
            <a:ext cx="6905831" cy="4045791"/>
          </a:xfrm>
          <a:prstGeom prst="rect">
            <a:avLst/>
          </a:prstGeom>
        </p:spPr>
        <p:txBody>
          <a:bodyPr/>
          <a:lstStyle/>
          <a:p>
            <a:endParaRPr lang="ru-RU"/>
          </a:p>
        </p:txBody>
      </p:sp>
      <p:sp>
        <p:nvSpPr>
          <p:cNvPr id="8" name="Picture Placeholder 5">
            <a:extLst>
              <a:ext uri="{FF2B5EF4-FFF2-40B4-BE49-F238E27FC236}">
                <a16:creationId xmlns:a16="http://schemas.microsoft.com/office/drawing/2014/main" id="{A1F02F1A-6B64-4365-97B7-888596FB3337}"/>
              </a:ext>
            </a:extLst>
          </p:cNvPr>
          <p:cNvSpPr>
            <a:spLocks noGrp="1"/>
          </p:cNvSpPr>
          <p:nvPr>
            <p:ph type="pic" sz="quarter" idx="12"/>
          </p:nvPr>
        </p:nvSpPr>
        <p:spPr>
          <a:xfrm>
            <a:off x="7616825" y="9682499"/>
            <a:ext cx="6905831" cy="4045791"/>
          </a:xfrm>
          <a:prstGeom prst="rect">
            <a:avLst/>
          </a:prstGeom>
        </p:spPr>
        <p:txBody>
          <a:bodyPr/>
          <a:lstStyle/>
          <a:p>
            <a:endParaRPr lang="ru-RU"/>
          </a:p>
        </p:txBody>
      </p:sp>
    </p:spTree>
    <p:extLst>
      <p:ext uri="{BB962C8B-B14F-4D97-AF65-F5344CB8AC3E}">
        <p14:creationId xmlns:p14="http://schemas.microsoft.com/office/powerpoint/2010/main" val="21773479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lide #27">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2156F16-849C-4FF9-A318-417A0C5A5D8B}"/>
              </a:ext>
            </a:extLst>
          </p:cNvPr>
          <p:cNvSpPr>
            <a:spLocks noGrp="1"/>
          </p:cNvSpPr>
          <p:nvPr>
            <p:ph type="pic" sz="quarter" idx="10"/>
          </p:nvPr>
        </p:nvSpPr>
        <p:spPr>
          <a:xfrm>
            <a:off x="0" y="8229600"/>
            <a:ext cx="14703425" cy="5486400"/>
          </a:xfrm>
          <a:prstGeom prst="rect">
            <a:avLst/>
          </a:prstGeom>
        </p:spPr>
        <p:txBody>
          <a:bodyPr/>
          <a:lstStyle/>
          <a:p>
            <a:endParaRPr lang="ru-RU"/>
          </a:p>
        </p:txBody>
      </p:sp>
      <p:sp>
        <p:nvSpPr>
          <p:cNvPr id="4" name="Picture Placeholder 2">
            <a:extLst>
              <a:ext uri="{FF2B5EF4-FFF2-40B4-BE49-F238E27FC236}">
                <a16:creationId xmlns:a16="http://schemas.microsoft.com/office/drawing/2014/main" id="{E9168C00-D8B4-414B-9B79-FBE808B68097}"/>
              </a:ext>
            </a:extLst>
          </p:cNvPr>
          <p:cNvSpPr>
            <a:spLocks noGrp="1"/>
          </p:cNvSpPr>
          <p:nvPr>
            <p:ph type="pic" sz="quarter" idx="11"/>
          </p:nvPr>
        </p:nvSpPr>
        <p:spPr>
          <a:xfrm>
            <a:off x="14703425" y="8229600"/>
            <a:ext cx="9674225" cy="5486400"/>
          </a:xfrm>
          <a:prstGeom prst="rect">
            <a:avLst/>
          </a:prstGeom>
        </p:spPr>
        <p:txBody>
          <a:bodyPr/>
          <a:lstStyle/>
          <a:p>
            <a:endParaRPr lang="ru-RU"/>
          </a:p>
        </p:txBody>
      </p:sp>
    </p:spTree>
    <p:extLst>
      <p:ext uri="{BB962C8B-B14F-4D97-AF65-F5344CB8AC3E}">
        <p14:creationId xmlns:p14="http://schemas.microsoft.com/office/powerpoint/2010/main" val="278398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lide #2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E33A957-C247-48D7-858D-A2EAEB6070EA}"/>
              </a:ext>
            </a:extLst>
          </p:cNvPr>
          <p:cNvSpPr>
            <a:spLocks noGrp="1"/>
          </p:cNvSpPr>
          <p:nvPr>
            <p:ph type="pic" sz="quarter" idx="10"/>
          </p:nvPr>
        </p:nvSpPr>
        <p:spPr>
          <a:xfrm>
            <a:off x="0" y="6521450"/>
            <a:ext cx="24377649" cy="6203950"/>
          </a:xfrm>
          <a:prstGeom prst="rect">
            <a:avLst/>
          </a:prstGeom>
        </p:spPr>
        <p:txBody>
          <a:bodyPr/>
          <a:lstStyle/>
          <a:p>
            <a:endParaRPr lang="ru-RU"/>
          </a:p>
        </p:txBody>
      </p:sp>
    </p:spTree>
    <p:extLst>
      <p:ext uri="{BB962C8B-B14F-4D97-AF65-F5344CB8AC3E}">
        <p14:creationId xmlns:p14="http://schemas.microsoft.com/office/powerpoint/2010/main" val="101503991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lide #29">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1F15F30-5DBA-4C9B-9775-1C484D294C53}"/>
              </a:ext>
            </a:extLst>
          </p:cNvPr>
          <p:cNvSpPr>
            <a:spLocks noGrp="1"/>
          </p:cNvSpPr>
          <p:nvPr>
            <p:ph type="pic" sz="quarter" idx="10"/>
          </p:nvPr>
        </p:nvSpPr>
        <p:spPr>
          <a:xfrm>
            <a:off x="0" y="0"/>
            <a:ext cx="12188825" cy="13716000"/>
          </a:xfrm>
          <a:prstGeom prst="rect">
            <a:avLst/>
          </a:prstGeom>
        </p:spPr>
        <p:txBody>
          <a:bodyPr/>
          <a:lstStyle/>
          <a:p>
            <a:endParaRPr lang="ru-RU"/>
          </a:p>
        </p:txBody>
      </p:sp>
    </p:spTree>
    <p:extLst>
      <p:ext uri="{BB962C8B-B14F-4D97-AF65-F5344CB8AC3E}">
        <p14:creationId xmlns:p14="http://schemas.microsoft.com/office/powerpoint/2010/main" val="28932768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 #30">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6870F393-B412-4349-81C4-9EF38EA6F8DB}"/>
              </a:ext>
            </a:extLst>
          </p:cNvPr>
          <p:cNvSpPr>
            <a:spLocks noGrp="1"/>
          </p:cNvSpPr>
          <p:nvPr>
            <p:ph type="pic" sz="quarter" idx="10"/>
          </p:nvPr>
        </p:nvSpPr>
        <p:spPr>
          <a:xfrm>
            <a:off x="10131426" y="1"/>
            <a:ext cx="4748741" cy="6886309"/>
          </a:xfrm>
          <a:prstGeom prst="rect">
            <a:avLst/>
          </a:prstGeom>
        </p:spPr>
        <p:txBody>
          <a:bodyPr/>
          <a:lstStyle/>
          <a:p>
            <a:endParaRPr lang="ru-RU"/>
          </a:p>
        </p:txBody>
      </p:sp>
      <p:sp>
        <p:nvSpPr>
          <p:cNvPr id="18" name="Picture Placeholder 16">
            <a:extLst>
              <a:ext uri="{FF2B5EF4-FFF2-40B4-BE49-F238E27FC236}">
                <a16:creationId xmlns:a16="http://schemas.microsoft.com/office/drawing/2014/main" id="{8451B18B-CC22-4B76-90BF-A240F861EBC7}"/>
              </a:ext>
            </a:extLst>
          </p:cNvPr>
          <p:cNvSpPr>
            <a:spLocks noGrp="1"/>
          </p:cNvSpPr>
          <p:nvPr>
            <p:ph type="pic" sz="quarter" idx="11"/>
          </p:nvPr>
        </p:nvSpPr>
        <p:spPr>
          <a:xfrm>
            <a:off x="14866442" y="1"/>
            <a:ext cx="4748741" cy="6886309"/>
          </a:xfrm>
          <a:prstGeom prst="rect">
            <a:avLst/>
          </a:prstGeom>
        </p:spPr>
        <p:txBody>
          <a:bodyPr/>
          <a:lstStyle/>
          <a:p>
            <a:endParaRPr lang="ru-RU"/>
          </a:p>
        </p:txBody>
      </p:sp>
      <p:sp>
        <p:nvSpPr>
          <p:cNvPr id="19" name="Picture Placeholder 16">
            <a:extLst>
              <a:ext uri="{FF2B5EF4-FFF2-40B4-BE49-F238E27FC236}">
                <a16:creationId xmlns:a16="http://schemas.microsoft.com/office/drawing/2014/main" id="{306222A2-FDE9-4339-AF08-2AF355755980}"/>
              </a:ext>
            </a:extLst>
          </p:cNvPr>
          <p:cNvSpPr>
            <a:spLocks noGrp="1"/>
          </p:cNvSpPr>
          <p:nvPr>
            <p:ph type="pic" sz="quarter" idx="12"/>
          </p:nvPr>
        </p:nvSpPr>
        <p:spPr>
          <a:xfrm>
            <a:off x="19615183" y="1"/>
            <a:ext cx="4748741" cy="6886309"/>
          </a:xfrm>
          <a:prstGeom prst="rect">
            <a:avLst/>
          </a:prstGeom>
        </p:spPr>
        <p:txBody>
          <a:bodyPr/>
          <a:lstStyle/>
          <a:p>
            <a:endParaRPr lang="ru-RU"/>
          </a:p>
        </p:txBody>
      </p:sp>
      <p:sp>
        <p:nvSpPr>
          <p:cNvPr id="20" name="Picture Placeholder 16">
            <a:extLst>
              <a:ext uri="{FF2B5EF4-FFF2-40B4-BE49-F238E27FC236}">
                <a16:creationId xmlns:a16="http://schemas.microsoft.com/office/drawing/2014/main" id="{9218540F-2D8F-41A8-B019-D548E57A3CCA}"/>
              </a:ext>
            </a:extLst>
          </p:cNvPr>
          <p:cNvSpPr>
            <a:spLocks noGrp="1"/>
          </p:cNvSpPr>
          <p:nvPr>
            <p:ph type="pic" sz="quarter" idx="13"/>
          </p:nvPr>
        </p:nvSpPr>
        <p:spPr>
          <a:xfrm>
            <a:off x="10131426" y="6849438"/>
            <a:ext cx="4748741" cy="6886309"/>
          </a:xfrm>
          <a:prstGeom prst="rect">
            <a:avLst/>
          </a:prstGeom>
        </p:spPr>
        <p:txBody>
          <a:bodyPr/>
          <a:lstStyle/>
          <a:p>
            <a:endParaRPr lang="ru-RU"/>
          </a:p>
        </p:txBody>
      </p:sp>
      <p:sp>
        <p:nvSpPr>
          <p:cNvPr id="21" name="Picture Placeholder 16">
            <a:extLst>
              <a:ext uri="{FF2B5EF4-FFF2-40B4-BE49-F238E27FC236}">
                <a16:creationId xmlns:a16="http://schemas.microsoft.com/office/drawing/2014/main" id="{81DDC64E-7B56-45E5-9EB7-46506B9A6824}"/>
              </a:ext>
            </a:extLst>
          </p:cNvPr>
          <p:cNvSpPr>
            <a:spLocks noGrp="1"/>
          </p:cNvSpPr>
          <p:nvPr>
            <p:ph type="pic" sz="quarter" idx="14"/>
          </p:nvPr>
        </p:nvSpPr>
        <p:spPr>
          <a:xfrm>
            <a:off x="14866442" y="6849438"/>
            <a:ext cx="4748741" cy="6886309"/>
          </a:xfrm>
          <a:prstGeom prst="rect">
            <a:avLst/>
          </a:prstGeom>
        </p:spPr>
        <p:txBody>
          <a:bodyPr/>
          <a:lstStyle/>
          <a:p>
            <a:endParaRPr lang="ru-RU"/>
          </a:p>
        </p:txBody>
      </p:sp>
      <p:sp>
        <p:nvSpPr>
          <p:cNvPr id="22" name="Picture Placeholder 16">
            <a:extLst>
              <a:ext uri="{FF2B5EF4-FFF2-40B4-BE49-F238E27FC236}">
                <a16:creationId xmlns:a16="http://schemas.microsoft.com/office/drawing/2014/main" id="{D5338737-1448-4738-8EEA-3DD38FF9EAD2}"/>
              </a:ext>
            </a:extLst>
          </p:cNvPr>
          <p:cNvSpPr>
            <a:spLocks noGrp="1"/>
          </p:cNvSpPr>
          <p:nvPr>
            <p:ph type="pic" sz="quarter" idx="15"/>
          </p:nvPr>
        </p:nvSpPr>
        <p:spPr>
          <a:xfrm>
            <a:off x="19615183" y="6849438"/>
            <a:ext cx="4748741" cy="6886309"/>
          </a:xfrm>
          <a:prstGeom prst="rect">
            <a:avLst/>
          </a:prstGeom>
        </p:spPr>
        <p:txBody>
          <a:bodyPr/>
          <a:lstStyle/>
          <a:p>
            <a:endParaRPr lang="ru-RU"/>
          </a:p>
        </p:txBody>
      </p:sp>
    </p:spTree>
    <p:extLst>
      <p:ext uri="{BB962C8B-B14F-4D97-AF65-F5344CB8AC3E}">
        <p14:creationId xmlns:p14="http://schemas.microsoft.com/office/powerpoint/2010/main" val="14141245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 #3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378C6ADA-C909-43EA-8913-C94440D933F1}"/>
              </a:ext>
            </a:extLst>
          </p:cNvPr>
          <p:cNvSpPr>
            <a:spLocks noGrp="1"/>
          </p:cNvSpPr>
          <p:nvPr>
            <p:ph type="pic" sz="quarter" idx="10"/>
          </p:nvPr>
        </p:nvSpPr>
        <p:spPr>
          <a:xfrm>
            <a:off x="0" y="-1"/>
            <a:ext cx="4714635" cy="6886309"/>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965767CC-48F1-4E87-BB2B-375CA7C2627E}"/>
              </a:ext>
            </a:extLst>
          </p:cNvPr>
          <p:cNvSpPr>
            <a:spLocks noGrp="1"/>
          </p:cNvSpPr>
          <p:nvPr>
            <p:ph type="pic" sz="quarter" idx="11"/>
          </p:nvPr>
        </p:nvSpPr>
        <p:spPr>
          <a:xfrm>
            <a:off x="9442995" y="-1"/>
            <a:ext cx="4714635" cy="6886309"/>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F4D19B77-8EAA-4EE6-A24E-4C717472AE56}"/>
              </a:ext>
            </a:extLst>
          </p:cNvPr>
          <p:cNvSpPr>
            <a:spLocks noGrp="1"/>
          </p:cNvSpPr>
          <p:nvPr>
            <p:ph type="pic" sz="quarter" idx="12"/>
          </p:nvPr>
        </p:nvSpPr>
        <p:spPr>
          <a:xfrm>
            <a:off x="9442995" y="6819858"/>
            <a:ext cx="4714635" cy="6886309"/>
          </a:xfrm>
          <a:prstGeom prst="rect">
            <a:avLst/>
          </a:prstGeom>
        </p:spPr>
        <p:txBody>
          <a:bodyPr/>
          <a:lstStyle/>
          <a:p>
            <a:endParaRPr lang="ru-RU"/>
          </a:p>
        </p:txBody>
      </p:sp>
      <p:sp>
        <p:nvSpPr>
          <p:cNvPr id="10" name="Picture Placeholder 6">
            <a:extLst>
              <a:ext uri="{FF2B5EF4-FFF2-40B4-BE49-F238E27FC236}">
                <a16:creationId xmlns:a16="http://schemas.microsoft.com/office/drawing/2014/main" id="{2C7DDE43-46FE-49DA-90F2-1C7A0F011565}"/>
              </a:ext>
            </a:extLst>
          </p:cNvPr>
          <p:cNvSpPr>
            <a:spLocks noGrp="1"/>
          </p:cNvSpPr>
          <p:nvPr>
            <p:ph type="pic" sz="quarter" idx="13"/>
          </p:nvPr>
        </p:nvSpPr>
        <p:spPr>
          <a:xfrm>
            <a:off x="4748741" y="6819858"/>
            <a:ext cx="4714635" cy="6886309"/>
          </a:xfrm>
          <a:prstGeom prst="rect">
            <a:avLst/>
          </a:prstGeom>
        </p:spPr>
        <p:txBody>
          <a:bodyPr/>
          <a:lstStyle/>
          <a:p>
            <a:endParaRPr lang="ru-RU"/>
          </a:p>
        </p:txBody>
      </p:sp>
    </p:spTree>
    <p:extLst>
      <p:ext uri="{BB962C8B-B14F-4D97-AF65-F5344CB8AC3E}">
        <p14:creationId xmlns:p14="http://schemas.microsoft.com/office/powerpoint/2010/main" val="237811382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lide #32">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272395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lide #3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34BB91F-C55C-4299-8881-CFE7CC581A83}"/>
              </a:ext>
            </a:extLst>
          </p:cNvPr>
          <p:cNvSpPr>
            <a:spLocks noGrp="1"/>
          </p:cNvSpPr>
          <p:nvPr>
            <p:ph type="pic" sz="quarter" idx="10"/>
          </p:nvPr>
        </p:nvSpPr>
        <p:spPr>
          <a:xfrm>
            <a:off x="1415844" y="4837471"/>
            <a:ext cx="7049729" cy="7517098"/>
          </a:xfrm>
          <a:prstGeom prst="rect">
            <a:avLst/>
          </a:prstGeom>
        </p:spPr>
        <p:txBody>
          <a:bodyPr/>
          <a:lstStyle/>
          <a:p>
            <a:endParaRPr lang="ru-RU"/>
          </a:p>
        </p:txBody>
      </p:sp>
    </p:spTree>
    <p:extLst>
      <p:ext uri="{BB962C8B-B14F-4D97-AF65-F5344CB8AC3E}">
        <p14:creationId xmlns:p14="http://schemas.microsoft.com/office/powerpoint/2010/main" val="23302309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lide #34">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7DF9F98-D129-4DBB-B407-BCAF037790A1}"/>
              </a:ext>
            </a:extLst>
          </p:cNvPr>
          <p:cNvSpPr>
            <a:spLocks noGrp="1"/>
          </p:cNvSpPr>
          <p:nvPr>
            <p:ph type="pic" sz="quarter" idx="10"/>
          </p:nvPr>
        </p:nvSpPr>
        <p:spPr>
          <a:xfrm>
            <a:off x="16303625" y="5638800"/>
            <a:ext cx="6477000" cy="6477000"/>
          </a:xfrm>
          <a:prstGeom prst="ellipse">
            <a:avLst/>
          </a:prstGeom>
        </p:spPr>
        <p:txBody>
          <a:bodyPr/>
          <a:lstStyle/>
          <a:p>
            <a:endParaRPr lang="ru-RU"/>
          </a:p>
        </p:txBody>
      </p:sp>
    </p:spTree>
    <p:extLst>
      <p:ext uri="{BB962C8B-B14F-4D97-AF65-F5344CB8AC3E}">
        <p14:creationId xmlns:p14="http://schemas.microsoft.com/office/powerpoint/2010/main" val="6405450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lide #35">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BE0E937F-0A59-42EA-9103-2C27A3AE24CC}"/>
              </a:ext>
            </a:extLst>
          </p:cNvPr>
          <p:cNvSpPr>
            <a:spLocks noGrp="1"/>
          </p:cNvSpPr>
          <p:nvPr>
            <p:ph type="pic" sz="quarter" idx="10"/>
          </p:nvPr>
        </p:nvSpPr>
        <p:spPr>
          <a:xfrm>
            <a:off x="17513206" y="1752608"/>
            <a:ext cx="5333992" cy="5333992"/>
          </a:xfrm>
          <a:prstGeom prst="ellipse">
            <a:avLst/>
          </a:prstGeom>
        </p:spPr>
        <p:txBody>
          <a:bodyPr/>
          <a:lstStyle/>
          <a:p>
            <a:endParaRPr lang="ru-RU"/>
          </a:p>
        </p:txBody>
      </p:sp>
    </p:spTree>
    <p:extLst>
      <p:ext uri="{BB962C8B-B14F-4D97-AF65-F5344CB8AC3E}">
        <p14:creationId xmlns:p14="http://schemas.microsoft.com/office/powerpoint/2010/main" val="306715608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lide #36">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F1E57512-571D-419E-AB19-74FAF9265534}"/>
              </a:ext>
            </a:extLst>
          </p:cNvPr>
          <p:cNvSpPr>
            <a:spLocks noGrp="1"/>
          </p:cNvSpPr>
          <p:nvPr>
            <p:ph type="pic" sz="quarter" idx="10"/>
          </p:nvPr>
        </p:nvSpPr>
        <p:spPr>
          <a:xfrm>
            <a:off x="2301875"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22377741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lide #37">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1690499C-F7A7-4D0C-8601-501514412E11}"/>
              </a:ext>
            </a:extLst>
          </p:cNvPr>
          <p:cNvSpPr>
            <a:spLocks noGrp="1"/>
          </p:cNvSpPr>
          <p:nvPr>
            <p:ph type="pic" sz="quarter" idx="10"/>
          </p:nvPr>
        </p:nvSpPr>
        <p:spPr>
          <a:xfrm>
            <a:off x="2301875" y="5334000"/>
            <a:ext cx="2819400" cy="2819400"/>
          </a:xfrm>
          <a:prstGeom prst="ellipse">
            <a:avLst/>
          </a:prstGeom>
        </p:spPr>
        <p:txBody>
          <a:bodyPr/>
          <a:lstStyle/>
          <a:p>
            <a:endParaRPr lang="ru-RU"/>
          </a:p>
        </p:txBody>
      </p:sp>
    </p:spTree>
    <p:extLst>
      <p:ext uri="{BB962C8B-B14F-4D97-AF65-F5344CB8AC3E}">
        <p14:creationId xmlns:p14="http://schemas.microsoft.com/office/powerpoint/2010/main" val="39010516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lide #38">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E86B766-E8C3-4943-89FE-B9EDF22C325E}"/>
              </a:ext>
            </a:extLst>
          </p:cNvPr>
          <p:cNvSpPr>
            <a:spLocks noGrp="1"/>
          </p:cNvSpPr>
          <p:nvPr>
            <p:ph type="pic" sz="quarter" idx="10"/>
          </p:nvPr>
        </p:nvSpPr>
        <p:spPr>
          <a:xfrm>
            <a:off x="1444625" y="1600200"/>
            <a:ext cx="21488400" cy="10515600"/>
          </a:xfrm>
          <a:prstGeom prst="rect">
            <a:avLst/>
          </a:prstGeom>
        </p:spPr>
        <p:txBody>
          <a:bodyPr/>
          <a:lstStyle/>
          <a:p>
            <a:endParaRPr lang="ru-RU"/>
          </a:p>
        </p:txBody>
      </p:sp>
    </p:spTree>
    <p:extLst>
      <p:ext uri="{BB962C8B-B14F-4D97-AF65-F5344CB8AC3E}">
        <p14:creationId xmlns:p14="http://schemas.microsoft.com/office/powerpoint/2010/main" val="169171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Slide #39">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22C15069-9AD1-43B4-9B16-89B1ED7C98DB}"/>
              </a:ext>
            </a:extLst>
          </p:cNvPr>
          <p:cNvSpPr>
            <a:spLocks noGrp="1"/>
          </p:cNvSpPr>
          <p:nvPr>
            <p:ph type="pic" sz="quarter" idx="10"/>
          </p:nvPr>
        </p:nvSpPr>
        <p:spPr>
          <a:xfrm>
            <a:off x="0" y="38100"/>
            <a:ext cx="12183503" cy="6819900"/>
          </a:xfrm>
          <a:prstGeom prst="rect">
            <a:avLst/>
          </a:prstGeom>
        </p:spPr>
        <p:txBody>
          <a:bodyPr/>
          <a:lstStyle/>
          <a:p>
            <a:endParaRPr lang="ru-RU"/>
          </a:p>
        </p:txBody>
      </p:sp>
      <p:sp>
        <p:nvSpPr>
          <p:cNvPr id="8" name="Picture Placeholder 6">
            <a:extLst>
              <a:ext uri="{FF2B5EF4-FFF2-40B4-BE49-F238E27FC236}">
                <a16:creationId xmlns:a16="http://schemas.microsoft.com/office/drawing/2014/main" id="{E9718589-FEE8-44F9-8F24-EE0700253126}"/>
              </a:ext>
            </a:extLst>
          </p:cNvPr>
          <p:cNvSpPr>
            <a:spLocks noGrp="1"/>
          </p:cNvSpPr>
          <p:nvPr>
            <p:ph type="pic" sz="quarter" idx="11"/>
          </p:nvPr>
        </p:nvSpPr>
        <p:spPr>
          <a:xfrm>
            <a:off x="0" y="6838950"/>
            <a:ext cx="12183503" cy="6819900"/>
          </a:xfrm>
          <a:prstGeom prst="rect">
            <a:avLst/>
          </a:prstGeom>
        </p:spPr>
        <p:txBody>
          <a:bodyPr/>
          <a:lstStyle/>
          <a:p>
            <a:endParaRPr lang="ru-RU"/>
          </a:p>
        </p:txBody>
      </p:sp>
      <p:sp>
        <p:nvSpPr>
          <p:cNvPr id="9" name="Picture Placeholder 6">
            <a:extLst>
              <a:ext uri="{FF2B5EF4-FFF2-40B4-BE49-F238E27FC236}">
                <a16:creationId xmlns:a16="http://schemas.microsoft.com/office/drawing/2014/main" id="{5AA241C0-B873-4D3D-9EEA-6ABB3152F7C7}"/>
              </a:ext>
            </a:extLst>
          </p:cNvPr>
          <p:cNvSpPr>
            <a:spLocks noGrp="1"/>
          </p:cNvSpPr>
          <p:nvPr>
            <p:ph type="pic" sz="quarter" idx="12"/>
          </p:nvPr>
        </p:nvSpPr>
        <p:spPr>
          <a:xfrm>
            <a:off x="12180328" y="38100"/>
            <a:ext cx="12183503" cy="6819900"/>
          </a:xfrm>
          <a:prstGeom prst="rect">
            <a:avLst/>
          </a:prstGeom>
        </p:spPr>
        <p:txBody>
          <a:bodyPr/>
          <a:lstStyle/>
          <a:p>
            <a:endParaRPr lang="ru-RU"/>
          </a:p>
        </p:txBody>
      </p:sp>
      <p:sp>
        <p:nvSpPr>
          <p:cNvPr id="10" name="Picture Placeholder 6">
            <a:extLst>
              <a:ext uri="{FF2B5EF4-FFF2-40B4-BE49-F238E27FC236}">
                <a16:creationId xmlns:a16="http://schemas.microsoft.com/office/drawing/2014/main" id="{DBC226FB-9427-413C-B4E7-8B6A7C2D0F17}"/>
              </a:ext>
            </a:extLst>
          </p:cNvPr>
          <p:cNvSpPr>
            <a:spLocks noGrp="1"/>
          </p:cNvSpPr>
          <p:nvPr>
            <p:ph type="pic" sz="quarter" idx="13"/>
          </p:nvPr>
        </p:nvSpPr>
        <p:spPr>
          <a:xfrm>
            <a:off x="12180328" y="6838950"/>
            <a:ext cx="12183503" cy="6819900"/>
          </a:xfrm>
          <a:prstGeom prst="rect">
            <a:avLst/>
          </a:prstGeom>
        </p:spPr>
        <p:txBody>
          <a:bodyPr/>
          <a:lstStyle/>
          <a:p>
            <a:endParaRPr lang="ru-RU"/>
          </a:p>
        </p:txBody>
      </p:sp>
    </p:spTree>
    <p:extLst>
      <p:ext uri="{BB962C8B-B14F-4D97-AF65-F5344CB8AC3E}">
        <p14:creationId xmlns:p14="http://schemas.microsoft.com/office/powerpoint/2010/main" val="16968367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lide #40">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70F5AF08-639B-4925-B9DE-F81C45A12D1F}"/>
              </a:ext>
            </a:extLst>
          </p:cNvPr>
          <p:cNvSpPr>
            <a:spLocks noGrp="1"/>
          </p:cNvSpPr>
          <p:nvPr>
            <p:ph type="pic" sz="quarter" idx="10"/>
          </p:nvPr>
        </p:nvSpPr>
        <p:spPr>
          <a:xfrm>
            <a:off x="17911862"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6431905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lide #41">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43C0D284-04C5-478E-8AA7-BC62CDD10056}"/>
              </a:ext>
            </a:extLst>
          </p:cNvPr>
          <p:cNvSpPr>
            <a:spLocks noGrp="1"/>
          </p:cNvSpPr>
          <p:nvPr>
            <p:ph type="pic" sz="quarter" idx="10"/>
          </p:nvPr>
        </p:nvSpPr>
        <p:spPr>
          <a:xfrm>
            <a:off x="-2441575"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34153106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lide #42">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099BFCF7-BA11-48D6-AB39-B91ACB411281}"/>
              </a:ext>
            </a:extLst>
          </p:cNvPr>
          <p:cNvSpPr>
            <a:spLocks noGrp="1"/>
          </p:cNvSpPr>
          <p:nvPr>
            <p:ph type="pic" sz="quarter" idx="10"/>
          </p:nvPr>
        </p:nvSpPr>
        <p:spPr>
          <a:xfrm>
            <a:off x="17911862"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138269294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lide #43">
    <p:spTree>
      <p:nvGrpSpPr>
        <p:cNvPr id="1" name=""/>
        <p:cNvGrpSpPr/>
        <p:nvPr/>
      </p:nvGrpSpPr>
      <p:grpSpPr>
        <a:xfrm>
          <a:off x="0" y="0"/>
          <a:ext cx="0" cy="0"/>
          <a:chOff x="0" y="0"/>
          <a:chExt cx="0" cy="0"/>
        </a:xfrm>
      </p:grpSpPr>
      <p:sp>
        <p:nvSpPr>
          <p:cNvPr id="2" name="Picture Placeholder 5">
            <a:extLst>
              <a:ext uri="{FF2B5EF4-FFF2-40B4-BE49-F238E27FC236}">
                <a16:creationId xmlns:a16="http://schemas.microsoft.com/office/drawing/2014/main" id="{69D13A26-395C-4B03-BC38-2224210D846C}"/>
              </a:ext>
            </a:extLst>
          </p:cNvPr>
          <p:cNvSpPr>
            <a:spLocks noGrp="1"/>
          </p:cNvSpPr>
          <p:nvPr>
            <p:ph type="pic" sz="quarter" idx="10"/>
          </p:nvPr>
        </p:nvSpPr>
        <p:spPr>
          <a:xfrm>
            <a:off x="-2441575" y="2441574"/>
            <a:ext cx="8759826" cy="8759826"/>
          </a:xfrm>
          <a:prstGeom prst="ellipse">
            <a:avLst/>
          </a:prstGeom>
        </p:spPr>
        <p:txBody>
          <a:bodyPr/>
          <a:lstStyle/>
          <a:p>
            <a:endParaRPr lang="ru-RU"/>
          </a:p>
        </p:txBody>
      </p:sp>
    </p:spTree>
    <p:extLst>
      <p:ext uri="{BB962C8B-B14F-4D97-AF65-F5344CB8AC3E}">
        <p14:creationId xmlns:p14="http://schemas.microsoft.com/office/powerpoint/2010/main" val="9405307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lide #4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CBC37D5-9378-448F-96DA-4336598DA1F1}"/>
              </a:ext>
            </a:extLst>
          </p:cNvPr>
          <p:cNvSpPr>
            <a:spLocks noGrp="1"/>
          </p:cNvSpPr>
          <p:nvPr>
            <p:ph type="pic" sz="quarter" idx="10"/>
          </p:nvPr>
        </p:nvSpPr>
        <p:spPr>
          <a:xfrm>
            <a:off x="1" y="11506200"/>
            <a:ext cx="24377650" cy="2209800"/>
          </a:xfrm>
          <a:prstGeom prst="rect">
            <a:avLst/>
          </a:prstGeom>
        </p:spPr>
        <p:txBody>
          <a:bodyPr/>
          <a:lstStyle/>
          <a:p>
            <a:endParaRPr lang="ru-RU"/>
          </a:p>
        </p:txBody>
      </p:sp>
    </p:spTree>
    <p:extLst>
      <p:ext uri="{BB962C8B-B14F-4D97-AF65-F5344CB8AC3E}">
        <p14:creationId xmlns:p14="http://schemas.microsoft.com/office/powerpoint/2010/main" val="30203452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Slide #4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FBA6A58-302E-4D94-B220-053925CD9F4E}"/>
              </a:ext>
            </a:extLst>
          </p:cNvPr>
          <p:cNvSpPr>
            <a:spLocks noGrp="1"/>
          </p:cNvSpPr>
          <p:nvPr>
            <p:ph type="pic" sz="quarter" idx="10"/>
          </p:nvPr>
        </p:nvSpPr>
        <p:spPr>
          <a:xfrm>
            <a:off x="6931025" y="4953000"/>
            <a:ext cx="4343400" cy="2970212"/>
          </a:xfrm>
          <a:prstGeom prst="rect">
            <a:avLst/>
          </a:prstGeom>
        </p:spPr>
        <p:txBody>
          <a:bodyPr/>
          <a:lstStyle/>
          <a:p>
            <a:endParaRPr lang="ru-RU"/>
          </a:p>
        </p:txBody>
      </p:sp>
      <p:sp>
        <p:nvSpPr>
          <p:cNvPr id="10" name="Picture Placeholder 3">
            <a:extLst>
              <a:ext uri="{FF2B5EF4-FFF2-40B4-BE49-F238E27FC236}">
                <a16:creationId xmlns:a16="http://schemas.microsoft.com/office/drawing/2014/main" id="{234415DE-1387-470E-8B3E-C9DA9FD3C80D}"/>
              </a:ext>
            </a:extLst>
          </p:cNvPr>
          <p:cNvSpPr>
            <a:spLocks noGrp="1"/>
          </p:cNvSpPr>
          <p:nvPr>
            <p:ph type="pic" sz="quarter" idx="11"/>
          </p:nvPr>
        </p:nvSpPr>
        <p:spPr>
          <a:xfrm>
            <a:off x="835025" y="4953000"/>
            <a:ext cx="4343400" cy="2970212"/>
          </a:xfrm>
          <a:prstGeom prst="rect">
            <a:avLst/>
          </a:prstGeom>
        </p:spPr>
        <p:txBody>
          <a:bodyPr/>
          <a:lstStyle/>
          <a:p>
            <a:endParaRPr lang="ru-RU"/>
          </a:p>
        </p:txBody>
      </p:sp>
      <p:sp>
        <p:nvSpPr>
          <p:cNvPr id="11" name="Picture Placeholder 3">
            <a:extLst>
              <a:ext uri="{FF2B5EF4-FFF2-40B4-BE49-F238E27FC236}">
                <a16:creationId xmlns:a16="http://schemas.microsoft.com/office/drawing/2014/main" id="{34ED1B53-71FB-4DF7-82FF-336872A34069}"/>
              </a:ext>
            </a:extLst>
          </p:cNvPr>
          <p:cNvSpPr>
            <a:spLocks noGrp="1"/>
          </p:cNvSpPr>
          <p:nvPr>
            <p:ph type="pic" sz="quarter" idx="12"/>
          </p:nvPr>
        </p:nvSpPr>
        <p:spPr>
          <a:xfrm>
            <a:off x="19123025" y="4953000"/>
            <a:ext cx="4343400" cy="2970212"/>
          </a:xfrm>
          <a:prstGeom prst="rect">
            <a:avLst/>
          </a:prstGeom>
        </p:spPr>
        <p:txBody>
          <a:bodyPr/>
          <a:lstStyle/>
          <a:p>
            <a:endParaRPr lang="ru-RU"/>
          </a:p>
        </p:txBody>
      </p:sp>
      <p:sp>
        <p:nvSpPr>
          <p:cNvPr id="12" name="Picture Placeholder 3">
            <a:extLst>
              <a:ext uri="{FF2B5EF4-FFF2-40B4-BE49-F238E27FC236}">
                <a16:creationId xmlns:a16="http://schemas.microsoft.com/office/drawing/2014/main" id="{6C442E17-A5A1-4FBF-8F38-AAE7ADDFB225}"/>
              </a:ext>
            </a:extLst>
          </p:cNvPr>
          <p:cNvSpPr>
            <a:spLocks noGrp="1"/>
          </p:cNvSpPr>
          <p:nvPr>
            <p:ph type="pic" sz="quarter" idx="13"/>
          </p:nvPr>
        </p:nvSpPr>
        <p:spPr>
          <a:xfrm>
            <a:off x="13027025" y="4953000"/>
            <a:ext cx="4343400" cy="2970212"/>
          </a:xfrm>
          <a:prstGeom prst="rect">
            <a:avLst/>
          </a:prstGeom>
        </p:spPr>
        <p:txBody>
          <a:bodyPr/>
          <a:lstStyle/>
          <a:p>
            <a:endParaRPr lang="ru-RU"/>
          </a:p>
        </p:txBody>
      </p:sp>
      <p:sp>
        <p:nvSpPr>
          <p:cNvPr id="17" name="Picture Placeholder 3">
            <a:extLst>
              <a:ext uri="{FF2B5EF4-FFF2-40B4-BE49-F238E27FC236}">
                <a16:creationId xmlns:a16="http://schemas.microsoft.com/office/drawing/2014/main" id="{D70B17CB-A553-48B0-9445-395D1021AA14}"/>
              </a:ext>
            </a:extLst>
          </p:cNvPr>
          <p:cNvSpPr>
            <a:spLocks noGrp="1"/>
          </p:cNvSpPr>
          <p:nvPr>
            <p:ph type="pic" sz="quarter" idx="14"/>
          </p:nvPr>
        </p:nvSpPr>
        <p:spPr>
          <a:xfrm>
            <a:off x="6931025" y="9604469"/>
            <a:ext cx="4343400" cy="2970212"/>
          </a:xfrm>
          <a:prstGeom prst="rect">
            <a:avLst/>
          </a:prstGeom>
        </p:spPr>
        <p:txBody>
          <a:bodyPr/>
          <a:lstStyle/>
          <a:p>
            <a:endParaRPr lang="ru-RU"/>
          </a:p>
        </p:txBody>
      </p:sp>
      <p:sp>
        <p:nvSpPr>
          <p:cNvPr id="18" name="Picture Placeholder 3">
            <a:extLst>
              <a:ext uri="{FF2B5EF4-FFF2-40B4-BE49-F238E27FC236}">
                <a16:creationId xmlns:a16="http://schemas.microsoft.com/office/drawing/2014/main" id="{05EA455C-6463-42BF-BB54-08A39517F61B}"/>
              </a:ext>
            </a:extLst>
          </p:cNvPr>
          <p:cNvSpPr>
            <a:spLocks noGrp="1"/>
          </p:cNvSpPr>
          <p:nvPr>
            <p:ph type="pic" sz="quarter" idx="15"/>
          </p:nvPr>
        </p:nvSpPr>
        <p:spPr>
          <a:xfrm>
            <a:off x="835025" y="9604469"/>
            <a:ext cx="4343400" cy="2970212"/>
          </a:xfrm>
          <a:prstGeom prst="rect">
            <a:avLst/>
          </a:prstGeom>
        </p:spPr>
        <p:txBody>
          <a:bodyPr/>
          <a:lstStyle/>
          <a:p>
            <a:endParaRPr lang="ru-RU"/>
          </a:p>
        </p:txBody>
      </p:sp>
      <p:sp>
        <p:nvSpPr>
          <p:cNvPr id="19" name="Picture Placeholder 3">
            <a:extLst>
              <a:ext uri="{FF2B5EF4-FFF2-40B4-BE49-F238E27FC236}">
                <a16:creationId xmlns:a16="http://schemas.microsoft.com/office/drawing/2014/main" id="{6201C672-6B3C-4DE8-8CBC-E3D57A7797A6}"/>
              </a:ext>
            </a:extLst>
          </p:cNvPr>
          <p:cNvSpPr>
            <a:spLocks noGrp="1"/>
          </p:cNvSpPr>
          <p:nvPr>
            <p:ph type="pic" sz="quarter" idx="16"/>
          </p:nvPr>
        </p:nvSpPr>
        <p:spPr>
          <a:xfrm>
            <a:off x="19123025" y="9604469"/>
            <a:ext cx="4343400" cy="2970212"/>
          </a:xfrm>
          <a:prstGeom prst="rect">
            <a:avLst/>
          </a:prstGeom>
        </p:spPr>
        <p:txBody>
          <a:bodyPr/>
          <a:lstStyle/>
          <a:p>
            <a:endParaRPr lang="ru-RU"/>
          </a:p>
        </p:txBody>
      </p:sp>
      <p:sp>
        <p:nvSpPr>
          <p:cNvPr id="20" name="Picture Placeholder 3">
            <a:extLst>
              <a:ext uri="{FF2B5EF4-FFF2-40B4-BE49-F238E27FC236}">
                <a16:creationId xmlns:a16="http://schemas.microsoft.com/office/drawing/2014/main" id="{1F81DC61-E170-47F9-9A8F-0B7D3A026041}"/>
              </a:ext>
            </a:extLst>
          </p:cNvPr>
          <p:cNvSpPr>
            <a:spLocks noGrp="1"/>
          </p:cNvSpPr>
          <p:nvPr>
            <p:ph type="pic" sz="quarter" idx="17"/>
          </p:nvPr>
        </p:nvSpPr>
        <p:spPr>
          <a:xfrm>
            <a:off x="13027025" y="9604469"/>
            <a:ext cx="4343400" cy="2970212"/>
          </a:xfrm>
          <a:prstGeom prst="rect">
            <a:avLst/>
          </a:prstGeom>
        </p:spPr>
        <p:txBody>
          <a:bodyPr/>
          <a:lstStyle/>
          <a:p>
            <a:endParaRPr lang="ru-RU"/>
          </a:p>
        </p:txBody>
      </p:sp>
    </p:spTree>
    <p:extLst>
      <p:ext uri="{BB962C8B-B14F-4D97-AF65-F5344CB8AC3E}">
        <p14:creationId xmlns:p14="http://schemas.microsoft.com/office/powerpoint/2010/main" val="36941077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lide #4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F8231F0-9BE9-4A13-AAEA-977CB7510C08}"/>
              </a:ext>
            </a:extLst>
          </p:cNvPr>
          <p:cNvSpPr>
            <a:spLocks noGrp="1"/>
          </p:cNvSpPr>
          <p:nvPr>
            <p:ph type="pic" sz="quarter" idx="10"/>
          </p:nvPr>
        </p:nvSpPr>
        <p:spPr>
          <a:xfrm>
            <a:off x="9733422" y="0"/>
            <a:ext cx="14644227" cy="6858000"/>
          </a:xfrm>
          <a:prstGeom prst="rect">
            <a:avLst/>
          </a:prstGeom>
        </p:spPr>
        <p:txBody>
          <a:bodyPr/>
          <a:lstStyle/>
          <a:p>
            <a:endParaRPr lang="ru-RU"/>
          </a:p>
        </p:txBody>
      </p:sp>
    </p:spTree>
    <p:extLst>
      <p:ext uri="{BB962C8B-B14F-4D97-AF65-F5344CB8AC3E}">
        <p14:creationId xmlns:p14="http://schemas.microsoft.com/office/powerpoint/2010/main" val="38496820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Slide #4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71345394-8D4F-40DB-ACCF-79724D72C8BA}"/>
              </a:ext>
            </a:extLst>
          </p:cNvPr>
          <p:cNvSpPr>
            <a:spLocks noGrp="1"/>
          </p:cNvSpPr>
          <p:nvPr>
            <p:ph type="pic" sz="quarter" idx="10"/>
          </p:nvPr>
        </p:nvSpPr>
        <p:spPr>
          <a:xfrm>
            <a:off x="1133168" y="7401232"/>
            <a:ext cx="10065055" cy="6314768"/>
          </a:xfrm>
          <a:prstGeom prst="rect">
            <a:avLst/>
          </a:prstGeom>
        </p:spPr>
        <p:txBody>
          <a:bodyPr/>
          <a:lstStyle/>
          <a:p>
            <a:endParaRPr lang="ru-RU"/>
          </a:p>
        </p:txBody>
      </p:sp>
    </p:spTree>
    <p:extLst>
      <p:ext uri="{BB962C8B-B14F-4D97-AF65-F5344CB8AC3E}">
        <p14:creationId xmlns:p14="http://schemas.microsoft.com/office/powerpoint/2010/main" val="215464803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lide_48">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1D91E8B-BBA0-48A2-B764-3508B048DF0F}"/>
              </a:ext>
            </a:extLst>
          </p:cNvPr>
          <p:cNvSpPr>
            <a:spLocks noGrp="1"/>
          </p:cNvSpPr>
          <p:nvPr>
            <p:ph type="pic" sz="quarter" idx="10"/>
          </p:nvPr>
        </p:nvSpPr>
        <p:spPr>
          <a:xfrm>
            <a:off x="12112625" y="0"/>
            <a:ext cx="8686800" cy="13716000"/>
          </a:xfrm>
          <a:prstGeom prst="rect">
            <a:avLst/>
          </a:prstGeom>
        </p:spPr>
        <p:txBody>
          <a:bodyPr/>
          <a:lstStyle/>
          <a:p>
            <a:endParaRPr lang="ru-RU"/>
          </a:p>
        </p:txBody>
      </p:sp>
    </p:spTree>
    <p:extLst>
      <p:ext uri="{BB962C8B-B14F-4D97-AF65-F5344CB8AC3E}">
        <p14:creationId xmlns:p14="http://schemas.microsoft.com/office/powerpoint/2010/main" val="4497766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Slide #49">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C3FAB3D-E8E4-4F7D-B7DB-6BD2CB9F88D7}"/>
              </a:ext>
            </a:extLst>
          </p:cNvPr>
          <p:cNvSpPr>
            <a:spLocks noGrp="1"/>
          </p:cNvSpPr>
          <p:nvPr>
            <p:ph type="pic" sz="quarter" idx="10"/>
          </p:nvPr>
        </p:nvSpPr>
        <p:spPr>
          <a:xfrm>
            <a:off x="0" y="0"/>
            <a:ext cx="24377649" cy="9296400"/>
          </a:xfrm>
          <a:prstGeom prst="rect">
            <a:avLst/>
          </a:prstGeom>
        </p:spPr>
        <p:txBody>
          <a:bodyPr/>
          <a:lstStyle/>
          <a:p>
            <a:endParaRPr lang="ru-RU"/>
          </a:p>
        </p:txBody>
      </p:sp>
    </p:spTree>
    <p:extLst>
      <p:ext uri="{BB962C8B-B14F-4D97-AF65-F5344CB8AC3E}">
        <p14:creationId xmlns:p14="http://schemas.microsoft.com/office/powerpoint/2010/main" val="30758914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lide #50">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8EEBF73-BDB8-40DA-A6B9-42F27C8E8BAE}"/>
              </a:ext>
            </a:extLst>
          </p:cNvPr>
          <p:cNvSpPr>
            <a:spLocks noGrp="1"/>
          </p:cNvSpPr>
          <p:nvPr>
            <p:ph type="pic" sz="quarter" idx="10"/>
          </p:nvPr>
        </p:nvSpPr>
        <p:spPr>
          <a:xfrm>
            <a:off x="0" y="0"/>
            <a:ext cx="24377650" cy="13716000"/>
          </a:xfrm>
          <a:prstGeom prst="rect">
            <a:avLst/>
          </a:prstGeom>
        </p:spPr>
        <p:txBody>
          <a:bodyPr/>
          <a:lstStyle/>
          <a:p>
            <a:endParaRPr lang="ru-RU"/>
          </a:p>
        </p:txBody>
      </p:sp>
    </p:spTree>
    <p:extLst>
      <p:ext uri="{BB962C8B-B14F-4D97-AF65-F5344CB8AC3E}">
        <p14:creationId xmlns:p14="http://schemas.microsoft.com/office/powerpoint/2010/main" val="378946948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87200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2">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1340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3">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54919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4">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69865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5">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772750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6">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442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7">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762619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58">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85590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9">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020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60">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233016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1C12F9-C58B-6241-A38C-852B50618781}"/>
              </a:ext>
            </a:extLst>
          </p:cNvPr>
          <p:cNvSpPr>
            <a:spLocks noGrp="1"/>
          </p:cNvSpPr>
          <p:nvPr>
            <p:ph type="title"/>
          </p:nvPr>
        </p:nvSpPr>
        <p:spPr>
          <a:xfrm>
            <a:off x="1676400" y="730250"/>
            <a:ext cx="21024850" cy="2651125"/>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8DE5E7C-E6FB-8F4A-8E6A-112A66587A5E}"/>
              </a:ext>
            </a:extLst>
          </p:cNvPr>
          <p:cNvSpPr>
            <a:spLocks noGrp="1"/>
          </p:cNvSpPr>
          <p:nvPr>
            <p:ph type="body" idx="1"/>
          </p:nvPr>
        </p:nvSpPr>
        <p:spPr>
          <a:xfrm>
            <a:off x="1676400" y="3651250"/>
            <a:ext cx="21024850" cy="87026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22848046"/>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 id="2147484182" r:id="rId27"/>
    <p:sldLayoutId id="2147484183" r:id="rId28"/>
    <p:sldLayoutId id="2147484184" r:id="rId29"/>
    <p:sldLayoutId id="2147484185" r:id="rId30"/>
    <p:sldLayoutId id="2147484186" r:id="rId31"/>
    <p:sldLayoutId id="2147484187" r:id="rId32"/>
    <p:sldLayoutId id="2147484188" r:id="rId33"/>
    <p:sldLayoutId id="2147484189" r:id="rId34"/>
    <p:sldLayoutId id="2147484190" r:id="rId35"/>
    <p:sldLayoutId id="2147484191" r:id="rId36"/>
    <p:sldLayoutId id="2147484192" r:id="rId37"/>
    <p:sldLayoutId id="2147484193" r:id="rId38"/>
    <p:sldLayoutId id="2147484194" r:id="rId39"/>
    <p:sldLayoutId id="2147484195" r:id="rId40"/>
    <p:sldLayoutId id="2147484196" r:id="rId41"/>
    <p:sldLayoutId id="2147484197" r:id="rId42"/>
    <p:sldLayoutId id="2147484198" r:id="rId43"/>
    <p:sldLayoutId id="2147484199" r:id="rId44"/>
    <p:sldLayoutId id="2147484200" r:id="rId45"/>
    <p:sldLayoutId id="2147484201" r:id="rId46"/>
    <p:sldLayoutId id="2147484202" r:id="rId47"/>
    <p:sldLayoutId id="2147484203" r:id="rId48"/>
    <p:sldLayoutId id="2147484204" r:id="rId49"/>
    <p:sldLayoutId id="2147484205" r:id="rId50"/>
    <p:sldLayoutId id="2147484206" r:id="rId51"/>
    <p:sldLayoutId id="2147484207" r:id="rId52"/>
    <p:sldLayoutId id="2147484208" r:id="rId53"/>
    <p:sldLayoutId id="2147484209" r:id="rId54"/>
    <p:sldLayoutId id="2147484210" r:id="rId55"/>
    <p:sldLayoutId id="2147484211" r:id="rId56"/>
    <p:sldLayoutId id="2147484212" r:id="rId57"/>
    <p:sldLayoutId id="2147484213" r:id="rId58"/>
    <p:sldLayoutId id="2147484214" r:id="rId59"/>
    <p:sldLayoutId id="2147484215" r:id="rId60"/>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ftr="0" dt="0"/>
  <p:txStyles>
    <p:titleStyle>
      <a:lvl1pPr algn="l" defTabSz="1828434" rtl="0" eaLnBrk="1" latinLnBrk="0" hangingPunct="1">
        <a:lnSpc>
          <a:spcPct val="90000"/>
        </a:lnSpc>
        <a:spcBef>
          <a:spcPct val="0"/>
        </a:spcBef>
        <a:buNone/>
        <a:defRPr lang="en-US" sz="6000" b="0" i="0" kern="1200">
          <a:solidFill>
            <a:schemeClr val="tx1"/>
          </a:solidFill>
          <a:latin typeface="Charter Roman" panose="02040503050506020203" pitchFamily="18" charset="0"/>
          <a:ea typeface="Charter Roman" panose="02040503050506020203" pitchFamily="18" charset="0"/>
          <a:cs typeface="Charter Roman" panose="02040503050506020203" pitchFamily="18" charset="0"/>
        </a:defRPr>
      </a:lvl1pPr>
    </p:titleStyle>
    <p:bodyStyle>
      <a:lvl1pPr marL="457109" indent="-457109" algn="l" defTabSz="1828434" rtl="0" eaLnBrk="1" latinLnBrk="0" hangingPunct="1">
        <a:lnSpc>
          <a:spcPct val="90000"/>
        </a:lnSpc>
        <a:spcBef>
          <a:spcPts val="2000"/>
        </a:spcBef>
        <a:buFont typeface="Arial" panose="020B0604020202020204" pitchFamily="34" charset="0"/>
        <a:buChar char="•"/>
        <a:defRPr lang="en-US" sz="4800" b="0" i="0" kern="1200" dirty="0" smtClean="0">
          <a:solidFill>
            <a:schemeClr val="tx1"/>
          </a:solidFill>
          <a:effectLst/>
          <a:latin typeface="Charter Roman" panose="02040503050506020203" pitchFamily="18" charset="0"/>
          <a:ea typeface="Charter Roman" panose="02040503050506020203" pitchFamily="18" charset="0"/>
          <a:cs typeface="Charter Roman" panose="02040503050506020203" pitchFamily="18" charset="0"/>
        </a:defRPr>
      </a:lvl1pPr>
      <a:lvl2pPr marL="1371326" indent="-457109" algn="l" defTabSz="1828434" rtl="0" eaLnBrk="1" latinLnBrk="0" hangingPunct="1">
        <a:lnSpc>
          <a:spcPct val="90000"/>
        </a:lnSpc>
        <a:spcBef>
          <a:spcPts val="1000"/>
        </a:spcBef>
        <a:buFont typeface="Arial" panose="020B0604020202020204" pitchFamily="34" charset="0"/>
        <a:buChar char="•"/>
        <a:defRPr lang="en-US" sz="4000" b="1" i="0" kern="1200" spc="300" dirty="0" smtClean="0">
          <a:solidFill>
            <a:schemeClr val="tx1"/>
          </a:solidFill>
          <a:effectLst/>
          <a:latin typeface="Montserrat SemiBold" pitchFamily="2" charset="77"/>
          <a:ea typeface="Montserrat SemiBold" pitchFamily="2" charset="77"/>
          <a:cs typeface="Montserrat SemiBold" pitchFamily="2" charset="77"/>
        </a:defRPr>
      </a:lvl2pPr>
      <a:lvl3pPr marL="2285543" indent="-457109" algn="l" defTabSz="1828434" rtl="0" eaLnBrk="1" latinLnBrk="0" hangingPunct="1">
        <a:lnSpc>
          <a:spcPct val="90000"/>
        </a:lnSpc>
        <a:spcBef>
          <a:spcPts val="1000"/>
        </a:spcBef>
        <a:buFont typeface="Arial" panose="020B0604020202020204" pitchFamily="34" charset="0"/>
        <a:buChar char="•"/>
        <a:defRPr lang="en-US" sz="3600" b="0" i="0" kern="1200" dirty="0" smtClean="0">
          <a:solidFill>
            <a:schemeClr val="tx1"/>
          </a:solidFill>
          <a:effectLst/>
          <a:latin typeface="Montserrat" pitchFamily="2" charset="77"/>
          <a:ea typeface="Montserrat" pitchFamily="2" charset="77"/>
          <a:cs typeface="Montserrat" pitchFamily="2" charset="77"/>
        </a:defRPr>
      </a:lvl3pPr>
      <a:lvl4pPr marL="3199760" indent="-457109" algn="l" defTabSz="1828434" rtl="0" eaLnBrk="1" latinLnBrk="0" hangingPunct="1">
        <a:lnSpc>
          <a:spcPct val="90000"/>
        </a:lnSpc>
        <a:spcBef>
          <a:spcPts val="1000"/>
        </a:spcBef>
        <a:buFont typeface="Arial" panose="020B0604020202020204" pitchFamily="34" charset="0"/>
        <a:buChar char="•"/>
        <a:defRPr lang="en-US" sz="3200" b="0" i="0" kern="1200" dirty="0" smtClean="0">
          <a:solidFill>
            <a:schemeClr val="tx1"/>
          </a:solidFill>
          <a:effectLst/>
          <a:latin typeface="Montserrat" pitchFamily="2" charset="77"/>
          <a:ea typeface="Montserrat" pitchFamily="2" charset="77"/>
          <a:cs typeface="Montserrat" pitchFamily="2" charset="77"/>
        </a:defRPr>
      </a:lvl4pPr>
      <a:lvl5pPr marL="4113977" indent="-457109" algn="l" defTabSz="1828434" rtl="0" eaLnBrk="1" latinLnBrk="0" hangingPunct="1">
        <a:lnSpc>
          <a:spcPct val="90000"/>
        </a:lnSpc>
        <a:spcBef>
          <a:spcPts val="1000"/>
        </a:spcBef>
        <a:buFont typeface="Arial" panose="020B0604020202020204" pitchFamily="34" charset="0"/>
        <a:buChar char="•"/>
        <a:defRPr lang="en-US" sz="3200" b="0" i="0" kern="1200" dirty="0">
          <a:solidFill>
            <a:schemeClr val="tx1"/>
          </a:solidFill>
          <a:effectLst/>
          <a:latin typeface="Montserrat" pitchFamily="2" charset="77"/>
          <a:ea typeface="Montserrat" pitchFamily="2" charset="77"/>
          <a:cs typeface="Montserrat" pitchFamily="2" charset="77"/>
        </a:defRPr>
      </a:lvl5pPr>
      <a:lvl6pPr marL="5028194"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2411"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6628"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0846" indent="-457109" algn="l" defTabSz="1828434"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6.xml"/><Relationship Id="rId6" Type="http://schemas.openxmlformats.org/officeDocument/2006/relationships/image" Target="../media/image2.jpeg"/><Relationship Id="rId5" Type="http://schemas.openxmlformats.org/officeDocument/2006/relationships/hyperlink" Target="http://www.linkedin.com/in/tom-sherrard-126b533" TargetMode="External"/><Relationship Id="rId4" Type="http://schemas.openxmlformats.org/officeDocument/2006/relationships/hyperlink" Target="mailto:tom@healthrate.io"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6.xml"/><Relationship Id="rId6" Type="http://schemas.openxmlformats.org/officeDocument/2006/relationships/hyperlink" Target="https://www.linkedin.com/in/tim-michaels-80a604/" TargetMode="External"/><Relationship Id="rId5" Type="http://schemas.openxmlformats.org/officeDocument/2006/relationships/hyperlink" Target="mailto:tim@healthrate.io" TargetMode="Externa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6.xml"/><Relationship Id="rId6" Type="http://schemas.openxmlformats.org/officeDocument/2006/relationships/hyperlink" Target="https://www.linkedin.com/in/tim-michaels-80a604/" TargetMode="External"/><Relationship Id="rId5" Type="http://schemas.openxmlformats.org/officeDocument/2006/relationships/hyperlink" Target="mailto:tim@healthrate.io"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E74F723-6E4B-40AF-885A-A22E97829D75}"/>
              </a:ext>
            </a:extLst>
          </p:cNvPr>
          <p:cNvGrpSpPr/>
          <p:nvPr/>
        </p:nvGrpSpPr>
        <p:grpSpPr>
          <a:xfrm>
            <a:off x="1342674" y="1677751"/>
            <a:ext cx="13437916" cy="2240337"/>
            <a:chOff x="2701925" y="2254984"/>
            <a:chExt cx="10325100" cy="2240921"/>
          </a:xfrm>
        </p:grpSpPr>
        <p:sp>
          <p:nvSpPr>
            <p:cNvPr id="3" name="TextBox 2">
              <a:extLst>
                <a:ext uri="{FF2B5EF4-FFF2-40B4-BE49-F238E27FC236}">
                  <a16:creationId xmlns:a16="http://schemas.microsoft.com/office/drawing/2014/main" id="{7A64B3BB-F614-4075-B1C5-C1F603CAF130}"/>
                </a:ext>
              </a:extLst>
            </p:cNvPr>
            <p:cNvSpPr txBox="1"/>
            <p:nvPr/>
          </p:nvSpPr>
          <p:spPr>
            <a:xfrm>
              <a:off x="2701925" y="2864584"/>
              <a:ext cx="10325100" cy="1631321"/>
            </a:xfrm>
            <a:prstGeom prst="rect">
              <a:avLst/>
            </a:prstGeom>
            <a:noFill/>
          </p:spPr>
          <p:txBody>
            <a:bodyPr wrap="square" rtlCol="0">
              <a:spAutoFit/>
            </a:bodyPr>
            <a:lstStyle/>
            <a:p>
              <a:pPr defTabSz="1827977"/>
              <a:r>
                <a:rPr lang="en-US" sz="9998" kern="100" dirty="0">
                  <a:solidFill>
                    <a:srgbClr val="0C276D"/>
                  </a:solidFill>
                  <a:latin typeface="Charter Roman" panose="02040503050506020203" pitchFamily="18" charset="0"/>
                </a:rPr>
                <a:t>Management Profile</a:t>
              </a:r>
              <a:endParaRPr lang="ru-RU" sz="9998" kern="100" dirty="0">
                <a:solidFill>
                  <a:srgbClr val="0C276D"/>
                </a:solidFill>
                <a:latin typeface="Montserrat" panose="00000500000000000000" pitchFamily="50" charset="-52"/>
              </a:endParaRPr>
            </a:p>
          </p:txBody>
        </p:sp>
        <p:sp>
          <p:nvSpPr>
            <p:cNvPr id="4" name="TextBox 3">
              <a:extLst>
                <a:ext uri="{FF2B5EF4-FFF2-40B4-BE49-F238E27FC236}">
                  <a16:creationId xmlns:a16="http://schemas.microsoft.com/office/drawing/2014/main" id="{E4DF32BF-9D21-46FF-AA16-AC46E0B34A86}"/>
                </a:ext>
              </a:extLst>
            </p:cNvPr>
            <p:cNvSpPr txBox="1"/>
            <p:nvPr/>
          </p:nvSpPr>
          <p:spPr>
            <a:xfrm>
              <a:off x="2701925" y="2254984"/>
              <a:ext cx="6781801" cy="402395"/>
            </a:xfrm>
            <a:prstGeom prst="rect">
              <a:avLst/>
            </a:prstGeom>
            <a:noFill/>
          </p:spPr>
          <p:txBody>
            <a:bodyPr wrap="square" rtlCol="0">
              <a:spAutoFit/>
            </a:bodyPr>
            <a:lstStyle/>
            <a:p>
              <a:pPr defTabSz="1827977">
                <a:lnSpc>
                  <a:spcPct val="80000"/>
                </a:lnSpc>
              </a:pPr>
              <a:r>
                <a:rPr lang="en-US" sz="2499" kern="100" spc="600" dirty="0">
                  <a:solidFill>
                    <a:srgbClr val="000000"/>
                  </a:solidFill>
                  <a:latin typeface="Montserrat Medium" panose="00000600000000000000" pitchFamily="50" charset="-52"/>
                </a:rPr>
                <a:t>MEETING WITH YOU TODAY</a:t>
              </a:r>
              <a:endParaRPr lang="ru-RU" sz="2499" kern="100" spc="600" dirty="0">
                <a:solidFill>
                  <a:srgbClr val="C3C8D4"/>
                </a:solidFill>
                <a:latin typeface="Montserrat Medium" panose="00000600000000000000" pitchFamily="50" charset="-52"/>
              </a:endParaRPr>
            </a:p>
          </p:txBody>
        </p:sp>
      </p:grpSp>
      <p:grpSp>
        <p:nvGrpSpPr>
          <p:cNvPr id="7" name="Group 6">
            <a:extLst>
              <a:ext uri="{FF2B5EF4-FFF2-40B4-BE49-F238E27FC236}">
                <a16:creationId xmlns:a16="http://schemas.microsoft.com/office/drawing/2014/main" id="{FADA920E-EF8A-4D8D-8EFD-4E8927AA0129}"/>
              </a:ext>
            </a:extLst>
          </p:cNvPr>
          <p:cNvGrpSpPr/>
          <p:nvPr/>
        </p:nvGrpSpPr>
        <p:grpSpPr>
          <a:xfrm>
            <a:off x="323766" y="8840468"/>
            <a:ext cx="6608629" cy="2037218"/>
            <a:chOff x="788527" y="9144000"/>
            <a:chExt cx="6610350" cy="2037747"/>
          </a:xfrm>
        </p:grpSpPr>
        <p:sp>
          <p:nvSpPr>
            <p:cNvPr id="8" name="TextBox 7">
              <a:extLst>
                <a:ext uri="{FF2B5EF4-FFF2-40B4-BE49-F238E27FC236}">
                  <a16:creationId xmlns:a16="http://schemas.microsoft.com/office/drawing/2014/main" id="{48579BA4-6A1D-4723-A14F-BAD248B9BF7F}"/>
                </a:ext>
              </a:extLst>
            </p:cNvPr>
            <p:cNvSpPr txBox="1">
              <a:spLocks noChangeArrowheads="1"/>
            </p:cNvSpPr>
            <p:nvPr/>
          </p:nvSpPr>
          <p:spPr bwMode="auto">
            <a:xfrm>
              <a:off x="788527" y="9144000"/>
              <a:ext cx="6610350" cy="1081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defTabSz="1827977">
                <a:lnSpc>
                  <a:spcPct val="110000"/>
                </a:lnSpc>
              </a:pPr>
              <a:r>
                <a:rPr lang="en-US" altLang="ru-RU" sz="3499" kern="100" dirty="0">
                  <a:solidFill>
                    <a:srgbClr val="000000"/>
                  </a:solidFill>
                  <a:latin typeface="Montserrat SemiBold" panose="00000700000000000000" pitchFamily="50" charset="-52"/>
                </a:rPr>
                <a:t>Tom Sherrard</a:t>
              </a:r>
              <a:endParaRPr lang="en-US" altLang="ru-RU" sz="500" dirty="0">
                <a:solidFill>
                  <a:srgbClr val="000000"/>
                </a:solidFill>
                <a:latin typeface="Montserrat" panose="00000500000000000000" pitchFamily="50" charset="-52"/>
              </a:endParaRPr>
            </a:p>
            <a:p>
              <a:pPr algn="ctr" defTabSz="1827977">
                <a:lnSpc>
                  <a:spcPct val="110000"/>
                </a:lnSpc>
              </a:pPr>
              <a:r>
                <a:rPr lang="en-US" altLang="ru-RU" sz="2499" dirty="0">
                  <a:solidFill>
                    <a:srgbClr val="000000"/>
                  </a:solidFill>
                  <a:latin typeface="Montserrat Medium" panose="00000600000000000000" pitchFamily="50" charset="-52"/>
                </a:rPr>
                <a:t>EVP, Sale &amp; Market Development</a:t>
              </a:r>
            </a:p>
          </p:txBody>
        </p:sp>
        <p:sp>
          <p:nvSpPr>
            <p:cNvPr id="9" name="TextBox 8">
              <a:extLst>
                <a:ext uri="{FF2B5EF4-FFF2-40B4-BE49-F238E27FC236}">
                  <a16:creationId xmlns:a16="http://schemas.microsoft.com/office/drawing/2014/main" id="{F0849B48-0EBF-4645-BE44-A80343E3BB66}"/>
                </a:ext>
              </a:extLst>
            </p:cNvPr>
            <p:cNvSpPr txBox="1">
              <a:spLocks noChangeArrowheads="1"/>
            </p:cNvSpPr>
            <p:nvPr/>
          </p:nvSpPr>
          <p:spPr bwMode="auto">
            <a:xfrm>
              <a:off x="1360029" y="10320005"/>
              <a:ext cx="5522246" cy="861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defTabSz="1827977"/>
              <a:r>
                <a:rPr lang="en-US" altLang="ru-RU" sz="2499" dirty="0">
                  <a:solidFill>
                    <a:srgbClr val="000000"/>
                  </a:solidFill>
                  <a:latin typeface="Montserrat" panose="00000500000000000000" pitchFamily="50" charset="-52"/>
                </a:rPr>
                <a:t>615-496-0442</a:t>
              </a:r>
            </a:p>
            <a:p>
              <a:pPr algn="ctr" defTabSz="1827977"/>
              <a:r>
                <a:rPr lang="en-US" altLang="ru-RU" sz="2499" dirty="0">
                  <a:solidFill>
                    <a:srgbClr val="000000"/>
                  </a:solidFill>
                  <a:latin typeface="Montserrat" panose="00000500000000000000" pitchFamily="50" charset="-52"/>
                </a:rPr>
                <a:t>tom@healthrate.io</a:t>
              </a:r>
            </a:p>
          </p:txBody>
        </p:sp>
      </p:grpSp>
      <p:cxnSp>
        <p:nvCxnSpPr>
          <p:cNvPr id="11" name="Straight Connector 10">
            <a:extLst>
              <a:ext uri="{FF2B5EF4-FFF2-40B4-BE49-F238E27FC236}">
                <a16:creationId xmlns:a16="http://schemas.microsoft.com/office/drawing/2014/main" id="{D1C207E6-3587-4785-80AE-D2A0F9038588}"/>
              </a:ext>
            </a:extLst>
          </p:cNvPr>
          <p:cNvCxnSpPr>
            <a:cxnSpLocks/>
          </p:cNvCxnSpPr>
          <p:nvPr/>
        </p:nvCxnSpPr>
        <p:spPr>
          <a:xfrm>
            <a:off x="7313295" y="4953497"/>
            <a:ext cx="0" cy="7659167"/>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5">
            <a:extLst>
              <a:ext uri="{FF2B5EF4-FFF2-40B4-BE49-F238E27FC236}">
                <a16:creationId xmlns:a16="http://schemas.microsoft.com/office/drawing/2014/main" id="{3BA45B9F-FA98-4348-BDBD-586A855AFEDA}"/>
              </a:ext>
            </a:extLst>
          </p:cNvPr>
          <p:cNvSpPr txBox="1">
            <a:spLocks noChangeArrowheads="1"/>
          </p:cNvSpPr>
          <p:nvPr/>
        </p:nvSpPr>
        <p:spPr bwMode="auto">
          <a:xfrm>
            <a:off x="7694199" y="4793667"/>
            <a:ext cx="16226367" cy="650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defPPr>
              <a:defRPr lang="en-US"/>
            </a:defPPr>
            <a:lvl1pPr>
              <a:lnSpc>
                <a:spcPct val="150000"/>
              </a:lnSpc>
              <a:defRPr sz="2000">
                <a:solidFill>
                  <a:schemeClr val="tx2"/>
                </a:solidFill>
                <a:latin typeface="Montserrat"/>
              </a:defRPr>
            </a:lvl1pPr>
            <a:lvl2pPr marL="742950" lvl="1" indent="-285750">
              <a:lnSpc>
                <a:spcPct val="150000"/>
              </a:lnSpc>
              <a:defRPr sz="2000">
                <a:solidFill>
                  <a:schemeClr val="tx2"/>
                </a:solidFill>
                <a:latin typeface="Montserrat"/>
              </a:defRPr>
            </a:lvl2pPr>
            <a:lvl3pPr marL="1143000" indent="-228600">
              <a:defRPr>
                <a:latin typeface="Lato Light"/>
              </a:defRPr>
            </a:lvl3pPr>
            <a:lvl4pPr marL="1600200" indent="-228600">
              <a:defRPr>
                <a:latin typeface="Lato Light"/>
              </a:defRPr>
            </a:lvl4pPr>
            <a:lvl5pPr marL="2057400" indent="-228600">
              <a:defRPr>
                <a:latin typeface="Lato Light"/>
              </a:defRPr>
            </a:lvl5pPr>
            <a:lvl6pPr marL="2514600" indent="-228600" defTabSz="1827213" fontAlgn="base">
              <a:spcBef>
                <a:spcPct val="0"/>
              </a:spcBef>
              <a:spcAft>
                <a:spcPct val="0"/>
              </a:spcAft>
              <a:defRPr>
                <a:latin typeface="Lato Light"/>
              </a:defRPr>
            </a:lvl6pPr>
            <a:lvl7pPr marL="2971800" indent="-228600" defTabSz="1827213" fontAlgn="base">
              <a:spcBef>
                <a:spcPct val="0"/>
              </a:spcBef>
              <a:spcAft>
                <a:spcPct val="0"/>
              </a:spcAft>
              <a:defRPr>
                <a:latin typeface="Lato Light"/>
              </a:defRPr>
            </a:lvl7pPr>
            <a:lvl8pPr marL="3429000" indent="-228600" defTabSz="1827213" fontAlgn="base">
              <a:spcBef>
                <a:spcPct val="0"/>
              </a:spcBef>
              <a:spcAft>
                <a:spcPct val="0"/>
              </a:spcAft>
              <a:defRPr>
                <a:latin typeface="Lato Light"/>
              </a:defRPr>
            </a:lvl8pPr>
            <a:lvl9pPr marL="3886200" indent="-228600" defTabSz="1827213" fontAlgn="base">
              <a:spcBef>
                <a:spcPct val="0"/>
              </a:spcBef>
              <a:spcAft>
                <a:spcPct val="0"/>
              </a:spcAft>
              <a:defRPr>
                <a:latin typeface="Lato Light"/>
              </a:defRPr>
            </a:lvl9pPr>
          </a:lstStyle>
          <a:p>
            <a:r>
              <a:rPr lang="en-US" dirty="0"/>
              <a:t>Tom is responsible for leading new client acquisition, market expansion, and client engagement efforts to drive growth and build long-term relationships. With more than 17 years of experience in product, sales, operations, and client management, </a:t>
            </a:r>
          </a:p>
          <a:p>
            <a:endParaRPr lang="en-US" dirty="0"/>
          </a:p>
          <a:p>
            <a:r>
              <a:rPr lang="en-US" dirty="0"/>
              <a:t>Tom has worked extensively with payers, providers, and risk-bearing organizations to bring innovative products and services to market that deliver measurable results. Tom has expertise in translating market needs into actionable product and growth strategies, bridging gaps between business development, product strategy, IT, and operational execution.</a:t>
            </a:r>
          </a:p>
          <a:p>
            <a:endParaRPr lang="en-US" altLang="ru-RU" dirty="0"/>
          </a:p>
          <a:p>
            <a:r>
              <a:rPr lang="en-US" altLang="ru-RU" dirty="0"/>
              <a:t>Over the past several years, Nikki has focused on:</a:t>
            </a:r>
          </a:p>
          <a:p>
            <a:pPr lvl="1"/>
            <a:r>
              <a:rPr lang="en-US" altLang="ru-RU" dirty="0"/>
              <a:t>• Revenue and Product Growth</a:t>
            </a:r>
          </a:p>
          <a:p>
            <a:pPr lvl="1"/>
            <a:r>
              <a:rPr lang="en-US" altLang="ru-RU" dirty="0"/>
              <a:t>• New Product Development</a:t>
            </a:r>
          </a:p>
          <a:p>
            <a:pPr lvl="1"/>
            <a:r>
              <a:rPr lang="en-US" altLang="ru-RU" dirty="0"/>
              <a:t>• Building Startups</a:t>
            </a:r>
          </a:p>
          <a:p>
            <a:pPr lvl="1"/>
            <a:r>
              <a:rPr lang="en-US" altLang="ru-RU" dirty="0"/>
              <a:t>• B2B and B2C Growth Strategy</a:t>
            </a:r>
          </a:p>
          <a:p>
            <a:pPr lvl="1"/>
            <a:r>
              <a:rPr lang="en-US" altLang="ru-RU" dirty="0"/>
              <a:t>• Operational Efficiency</a:t>
            </a:r>
          </a:p>
          <a:p>
            <a:pPr lvl="1"/>
            <a:endParaRPr lang="en-US" altLang="ru-RU" dirty="0"/>
          </a:p>
        </p:txBody>
      </p:sp>
      <p:sp>
        <p:nvSpPr>
          <p:cNvPr id="30" name="TextBox 29">
            <a:extLst>
              <a:ext uri="{FF2B5EF4-FFF2-40B4-BE49-F238E27FC236}">
                <a16:creationId xmlns:a16="http://schemas.microsoft.com/office/drawing/2014/main" id="{ED4062AF-07BE-D740-84F7-A783166A6B5A}"/>
              </a:ext>
            </a:extLst>
          </p:cNvPr>
          <p:cNvSpPr txBox="1"/>
          <p:nvPr/>
        </p:nvSpPr>
        <p:spPr>
          <a:xfrm>
            <a:off x="21558984" y="1682738"/>
            <a:ext cx="1866414" cy="402290"/>
          </a:xfrm>
          <a:prstGeom prst="rect">
            <a:avLst/>
          </a:prstGeom>
          <a:noFill/>
        </p:spPr>
        <p:txBody>
          <a:bodyPr wrap="square" rtlCol="0">
            <a:spAutoFit/>
          </a:bodyPr>
          <a:lstStyle/>
          <a:p>
            <a:pPr algn="r" defTabSz="1827977">
              <a:lnSpc>
                <a:spcPct val="80000"/>
              </a:lnSpc>
            </a:pPr>
            <a:r>
              <a:rPr lang="en-US" sz="2499" kern="100" spc="600" dirty="0">
                <a:solidFill>
                  <a:srgbClr val="000000"/>
                </a:solidFill>
                <a:latin typeface="Montserrat Medium" panose="00000600000000000000" pitchFamily="50" charset="-52"/>
              </a:rPr>
              <a:t>00</a:t>
            </a:r>
            <a:endParaRPr lang="ru-RU" sz="2499" kern="100" spc="600" dirty="0">
              <a:solidFill>
                <a:srgbClr val="C3C8D4"/>
              </a:solidFill>
              <a:latin typeface="Montserrat Medium" panose="00000600000000000000" pitchFamily="50" charset="-52"/>
            </a:endParaRPr>
          </a:p>
        </p:txBody>
      </p:sp>
      <p:pic>
        <p:nvPicPr>
          <p:cNvPr id="31" name="Picture 30" descr="A blue text on a black background&#10;&#10;Description automatically generated">
            <a:extLst>
              <a:ext uri="{FF2B5EF4-FFF2-40B4-BE49-F238E27FC236}">
                <a16:creationId xmlns:a16="http://schemas.microsoft.com/office/drawing/2014/main" id="{03C1CD0E-F31B-FB46-8DC9-0DC2E3EA837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8049526" y="1296850"/>
            <a:ext cx="4347440" cy="1024791"/>
          </a:xfrm>
          <a:prstGeom prst="rect">
            <a:avLst/>
          </a:prstGeom>
        </p:spPr>
      </p:pic>
      <p:sp>
        <p:nvSpPr>
          <p:cNvPr id="32" name="TextBox 31">
            <a:extLst>
              <a:ext uri="{FF2B5EF4-FFF2-40B4-BE49-F238E27FC236}">
                <a16:creationId xmlns:a16="http://schemas.microsoft.com/office/drawing/2014/main" id="{FC8BE772-09AD-EA4C-854F-42068444095C}"/>
              </a:ext>
            </a:extLst>
          </p:cNvPr>
          <p:cNvSpPr txBox="1"/>
          <p:nvPr/>
        </p:nvSpPr>
        <p:spPr>
          <a:xfrm>
            <a:off x="18060765" y="241919"/>
            <a:ext cx="6069187" cy="369332"/>
          </a:xfrm>
          <a:prstGeom prst="rect">
            <a:avLst/>
          </a:prstGeom>
          <a:noFill/>
        </p:spPr>
        <p:txBody>
          <a:bodyPr wrap="square">
            <a:spAutoFit/>
          </a:bodyPr>
          <a:lstStyle/>
          <a:p>
            <a:pPr algn="r" defTabSz="1827977"/>
            <a:r>
              <a:rPr lang="en-US" sz="1800" kern="0" dirty="0">
                <a:solidFill>
                  <a:srgbClr val="000000"/>
                </a:solidFill>
                <a:latin typeface="Montserrat" pitchFamily="2" charset="77"/>
              </a:rPr>
              <a:t>PROPRIETARY AND CONFIDENTIAL</a:t>
            </a:r>
            <a:endParaRPr lang="en-US" sz="7198" dirty="0">
              <a:solidFill>
                <a:srgbClr val="000000"/>
              </a:solidFill>
              <a:latin typeface="Montserrat" pitchFamily="2" charset="77"/>
            </a:endParaRPr>
          </a:p>
        </p:txBody>
      </p:sp>
      <p:sp>
        <p:nvSpPr>
          <p:cNvPr id="13" name="Rounded Rectangle 39">
            <a:hlinkClick r:id="rId4"/>
            <a:extLst>
              <a:ext uri="{FF2B5EF4-FFF2-40B4-BE49-F238E27FC236}">
                <a16:creationId xmlns:a16="http://schemas.microsoft.com/office/drawing/2014/main" id="{5A3A36CB-A2E2-F180-4B8B-6F475E05DA5A}"/>
              </a:ext>
            </a:extLst>
          </p:cNvPr>
          <p:cNvSpPr/>
          <p:nvPr/>
        </p:nvSpPr>
        <p:spPr>
          <a:xfrm>
            <a:off x="2764111" y="11522336"/>
            <a:ext cx="617929" cy="617929"/>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solidFill>
            <a:srgbClr val="2A6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defTabSz="914171"/>
            <a:endParaRPr lang="ko-KR" altLang="en-US" sz="3599" dirty="0">
              <a:solidFill>
                <a:srgbClr val="000000"/>
              </a:solidFill>
              <a:latin typeface="Lato Light"/>
            </a:endParaRPr>
          </a:p>
        </p:txBody>
      </p:sp>
      <p:sp>
        <p:nvSpPr>
          <p:cNvPr id="14" name="Rounded Rectangle 8">
            <a:hlinkClick r:id="rId5"/>
            <a:extLst>
              <a:ext uri="{FF2B5EF4-FFF2-40B4-BE49-F238E27FC236}">
                <a16:creationId xmlns:a16="http://schemas.microsoft.com/office/drawing/2014/main" id="{642A89DD-FACC-1B24-19B5-FBDB901AAAB8}"/>
              </a:ext>
            </a:extLst>
          </p:cNvPr>
          <p:cNvSpPr/>
          <p:nvPr/>
        </p:nvSpPr>
        <p:spPr>
          <a:xfrm>
            <a:off x="3580564" y="11522335"/>
            <a:ext cx="641947" cy="617931"/>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688485 w 3888432"/>
              <a:gd name="connsiteY5" fmla="*/ 147563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2688485 w 3888432"/>
              <a:gd name="connsiteY17" fmla="*/ 1475633 h 3960440"/>
              <a:gd name="connsiteX18" fmla="*/ 878058 w 3888432"/>
              <a:gd name="connsiteY18" fmla="*/ 648072 h 3960440"/>
              <a:gd name="connsiteX19" fmla="*/ 554477 w 3888432"/>
              <a:gd name="connsiteY19" fmla="*/ 971653 h 3960440"/>
              <a:gd name="connsiteX20" fmla="*/ 878058 w 3888432"/>
              <a:gd name="connsiteY20" fmla="*/ 1295234 h 3960440"/>
              <a:gd name="connsiteX21" fmla="*/ 1201639 w 3888432"/>
              <a:gd name="connsiteY21" fmla="*/ 971653 h 3960440"/>
              <a:gd name="connsiteX22" fmla="*/ 878058 w 3888432"/>
              <a:gd name="connsiteY22" fmla="*/ 648072 h 3960440"/>
              <a:gd name="connsiteX23" fmla="*/ 333511 w 3888432"/>
              <a:gd name="connsiteY23" fmla="*/ 0 h 3960440"/>
              <a:gd name="connsiteX24" fmla="*/ 3554921 w 3888432"/>
              <a:gd name="connsiteY24" fmla="*/ 0 h 3960440"/>
              <a:gd name="connsiteX25" fmla="*/ 3888432 w 3888432"/>
              <a:gd name="connsiteY25" fmla="*/ 333511 h 3960440"/>
              <a:gd name="connsiteX26" fmla="*/ 3888432 w 3888432"/>
              <a:gd name="connsiteY26" fmla="*/ 3626929 h 3960440"/>
              <a:gd name="connsiteX27" fmla="*/ 3554921 w 3888432"/>
              <a:gd name="connsiteY27" fmla="*/ 3960440 h 3960440"/>
              <a:gd name="connsiteX28" fmla="*/ 333511 w 3888432"/>
              <a:gd name="connsiteY28" fmla="*/ 3960440 h 3960440"/>
              <a:gd name="connsiteX29" fmla="*/ 0 w 3888432"/>
              <a:gd name="connsiteY29" fmla="*/ 3626929 h 3960440"/>
              <a:gd name="connsiteX30" fmla="*/ 0 w 3888432"/>
              <a:gd name="connsiteY30" fmla="*/ 333511 h 3960440"/>
              <a:gd name="connsiteX31" fmla="*/ 333511 w 3888432"/>
              <a:gd name="connsiteY31"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rgbClr val="2A6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784" tIns="91392" rIns="182784" bIns="91392" numCol="1" spcCol="0" rtlCol="0" fromWordArt="0" anchor="ctr" anchorCtr="0" forceAA="0" compatLnSpc="1">
            <a:prstTxWarp prst="textNoShape">
              <a:avLst/>
            </a:prstTxWarp>
            <a:noAutofit/>
          </a:bodyPr>
          <a:lstStyle/>
          <a:p>
            <a:pPr algn="ctr" defTabSz="1827977"/>
            <a:endParaRPr lang="ko-KR" altLang="en-US" sz="5399">
              <a:solidFill>
                <a:srgbClr val="000000"/>
              </a:solidFill>
              <a:latin typeface="Lato Light"/>
            </a:endParaRPr>
          </a:p>
        </p:txBody>
      </p:sp>
      <p:pic>
        <p:nvPicPr>
          <p:cNvPr id="15" name="Picture Placeholder 14" descr="A person in a suit and tie&#10;&#10;AI-generated content may be incorrect.">
            <a:extLst>
              <a:ext uri="{FF2B5EF4-FFF2-40B4-BE49-F238E27FC236}">
                <a16:creationId xmlns:a16="http://schemas.microsoft.com/office/drawing/2014/main" id="{8CCD65AF-4755-D97C-2B8D-C7E4C06416AD}"/>
              </a:ext>
            </a:extLst>
          </p:cNvPr>
          <p:cNvPicPr>
            <a:picLocks noGrp="1" noChangeAspect="1"/>
          </p:cNvPicPr>
          <p:nvPr>
            <p:ph type="pic" sz="quarter" idx="10"/>
          </p:nvPr>
        </p:nvPicPr>
        <p:blipFill>
          <a:blip r:embed="rId6">
            <a:extLst>
              <a:ext uri="{28A0092B-C50C-407E-A947-70E740481C1C}">
                <a14:useLocalDpi xmlns:a14="http://schemas.microsoft.com/office/drawing/2010/main" val="0"/>
              </a:ext>
            </a:extLst>
          </a:blip>
          <a:srcRect t="9689" b="9689"/>
          <a:stretch>
            <a:fillRect/>
          </a:stretch>
        </p:blipFill>
        <p:spPr/>
      </p:pic>
    </p:spTree>
    <p:extLst>
      <p:ext uri="{BB962C8B-B14F-4D97-AF65-F5344CB8AC3E}">
        <p14:creationId xmlns:p14="http://schemas.microsoft.com/office/powerpoint/2010/main" val="19795957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E74F723-6E4B-40AF-885A-A22E97829D75}"/>
              </a:ext>
            </a:extLst>
          </p:cNvPr>
          <p:cNvGrpSpPr/>
          <p:nvPr/>
        </p:nvGrpSpPr>
        <p:grpSpPr>
          <a:xfrm>
            <a:off x="1339849" y="1676400"/>
            <a:ext cx="13441415" cy="2240816"/>
            <a:chOff x="2701925" y="2254984"/>
            <a:chExt cx="10325100" cy="2240816"/>
          </a:xfrm>
        </p:grpSpPr>
        <p:sp>
          <p:nvSpPr>
            <p:cNvPr id="3" name="TextBox 2">
              <a:extLst>
                <a:ext uri="{FF2B5EF4-FFF2-40B4-BE49-F238E27FC236}">
                  <a16:creationId xmlns:a16="http://schemas.microsoft.com/office/drawing/2014/main" id="{7A64B3BB-F614-4075-B1C5-C1F603CAF130}"/>
                </a:ext>
              </a:extLst>
            </p:cNvPr>
            <p:cNvSpPr txBox="1"/>
            <p:nvPr/>
          </p:nvSpPr>
          <p:spPr>
            <a:xfrm>
              <a:off x="2701925" y="2864584"/>
              <a:ext cx="10325100" cy="1631216"/>
            </a:xfrm>
            <a:prstGeom prst="rect">
              <a:avLst/>
            </a:prstGeom>
            <a:noFill/>
          </p:spPr>
          <p:txBody>
            <a:bodyPr wrap="square" rtlCol="0">
              <a:spAutoFit/>
            </a:bodyPr>
            <a:lstStyle/>
            <a:p>
              <a:r>
                <a:rPr lang="en-US" sz="10000" kern="100" dirty="0">
                  <a:solidFill>
                    <a:srgbClr val="0C276D"/>
                  </a:solidFill>
                  <a:latin typeface="Charter Roman" panose="02040503050506020203" pitchFamily="18" charset="0"/>
                </a:rPr>
                <a:t>Management Profile</a:t>
              </a:r>
              <a:endParaRPr lang="ru-RU" sz="10000" kern="100" dirty="0">
                <a:solidFill>
                  <a:srgbClr val="0C276D"/>
                </a:solidFill>
                <a:latin typeface="Montserrat" panose="00000500000000000000" pitchFamily="50" charset="-52"/>
              </a:endParaRPr>
            </a:p>
          </p:txBody>
        </p:sp>
        <p:sp>
          <p:nvSpPr>
            <p:cNvPr id="4" name="TextBox 3">
              <a:extLst>
                <a:ext uri="{FF2B5EF4-FFF2-40B4-BE49-F238E27FC236}">
                  <a16:creationId xmlns:a16="http://schemas.microsoft.com/office/drawing/2014/main" id="{E4DF32BF-9D21-46FF-AA16-AC46E0B34A86}"/>
                </a:ext>
              </a:extLst>
            </p:cNvPr>
            <p:cNvSpPr txBox="1"/>
            <p:nvPr/>
          </p:nvSpPr>
          <p:spPr>
            <a:xfrm>
              <a:off x="2701925" y="2254984"/>
              <a:ext cx="6781800" cy="400110"/>
            </a:xfrm>
            <a:prstGeom prst="rect">
              <a:avLst/>
            </a:prstGeom>
            <a:noFill/>
          </p:spPr>
          <p:txBody>
            <a:bodyPr wrap="square" rtlCol="0">
              <a:spAutoFit/>
            </a:bodyPr>
            <a:lstStyle/>
            <a:p>
              <a:pPr>
                <a:lnSpc>
                  <a:spcPct val="80000"/>
                </a:lnSpc>
              </a:pPr>
              <a:r>
                <a:rPr lang="en-US" sz="2500" kern="100" spc="600" dirty="0">
                  <a:solidFill>
                    <a:schemeClr val="tx2"/>
                  </a:solidFill>
                  <a:latin typeface="Montserrat Medium" panose="00000600000000000000" pitchFamily="50" charset="-52"/>
                </a:rPr>
                <a:t>MEETING WITH YOU TODAY</a:t>
              </a:r>
              <a:endParaRPr lang="ru-RU" sz="2500" kern="100" spc="600" dirty="0">
                <a:solidFill>
                  <a:schemeClr val="accent1"/>
                </a:solidFill>
                <a:latin typeface="Montserrat Medium" panose="00000600000000000000" pitchFamily="50" charset="-52"/>
              </a:endParaRPr>
            </a:p>
          </p:txBody>
        </p:sp>
      </p:grpSp>
      <p:grpSp>
        <p:nvGrpSpPr>
          <p:cNvPr id="7" name="Group 6">
            <a:extLst>
              <a:ext uri="{FF2B5EF4-FFF2-40B4-BE49-F238E27FC236}">
                <a16:creationId xmlns:a16="http://schemas.microsoft.com/office/drawing/2014/main" id="{FADA920E-EF8A-4D8D-8EFD-4E8927AA0129}"/>
              </a:ext>
            </a:extLst>
          </p:cNvPr>
          <p:cNvGrpSpPr/>
          <p:nvPr/>
        </p:nvGrpSpPr>
        <p:grpSpPr>
          <a:xfrm>
            <a:off x="320675" y="8840984"/>
            <a:ext cx="6610350" cy="2114724"/>
            <a:chOff x="788527" y="9144000"/>
            <a:chExt cx="6610350" cy="2114724"/>
          </a:xfrm>
        </p:grpSpPr>
        <p:sp>
          <p:nvSpPr>
            <p:cNvPr id="8" name="TextBox 7">
              <a:extLst>
                <a:ext uri="{FF2B5EF4-FFF2-40B4-BE49-F238E27FC236}">
                  <a16:creationId xmlns:a16="http://schemas.microsoft.com/office/drawing/2014/main" id="{48579BA4-6A1D-4723-A14F-BAD248B9BF7F}"/>
                </a:ext>
              </a:extLst>
            </p:cNvPr>
            <p:cNvSpPr txBox="1">
              <a:spLocks noChangeArrowheads="1"/>
            </p:cNvSpPr>
            <p:nvPr/>
          </p:nvSpPr>
          <p:spPr bwMode="auto">
            <a:xfrm>
              <a:off x="788527" y="9144000"/>
              <a:ext cx="6610350" cy="107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a:lnSpc>
                  <a:spcPct val="110000"/>
                </a:lnSpc>
              </a:pPr>
              <a:r>
                <a:rPr lang="en-US" altLang="ru-RU" sz="3500" kern="100" dirty="0">
                  <a:solidFill>
                    <a:srgbClr val="000000"/>
                  </a:solidFill>
                  <a:latin typeface="Montserrat SemiBold"/>
                </a:rPr>
                <a:t>Jeff Sage</a:t>
              </a:r>
              <a:endParaRPr lang="en-US" dirty="0"/>
            </a:p>
            <a:p>
              <a:pPr algn="ctr">
                <a:lnSpc>
                  <a:spcPct val="110000"/>
                </a:lnSpc>
              </a:pPr>
              <a:r>
                <a:rPr lang="en-US" altLang="ru-RU" sz="2500" dirty="0">
                  <a:solidFill>
                    <a:schemeClr val="tx2"/>
                  </a:solidFill>
                  <a:latin typeface="Montserrat Medium"/>
                </a:rPr>
                <a:t>Chief Product Officer</a:t>
              </a:r>
              <a:endParaRPr lang="en-US" altLang="ru-RU" sz="2500" dirty="0">
                <a:solidFill>
                  <a:schemeClr val="tx2"/>
                </a:solidFill>
                <a:latin typeface="Montserrat Medium" panose="00000600000000000000" pitchFamily="50" charset="-52"/>
              </a:endParaRPr>
            </a:p>
          </p:txBody>
        </p:sp>
        <p:sp>
          <p:nvSpPr>
            <p:cNvPr id="9" name="TextBox 8">
              <a:extLst>
                <a:ext uri="{FF2B5EF4-FFF2-40B4-BE49-F238E27FC236}">
                  <a16:creationId xmlns:a16="http://schemas.microsoft.com/office/drawing/2014/main" id="{F0849B48-0EBF-4645-BE44-A80343E3BB66}"/>
                </a:ext>
              </a:extLst>
            </p:cNvPr>
            <p:cNvSpPr txBox="1">
              <a:spLocks noChangeArrowheads="1"/>
            </p:cNvSpPr>
            <p:nvPr/>
          </p:nvSpPr>
          <p:spPr bwMode="auto">
            <a:xfrm>
              <a:off x="1360028" y="10320005"/>
              <a:ext cx="552224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a:endParaRPr lang="en-US" altLang="ru-RU" sz="500" dirty="0">
                <a:solidFill>
                  <a:schemeClr val="tx2"/>
                </a:solidFill>
                <a:latin typeface="Montserrat" panose="00000500000000000000" pitchFamily="50" charset="-52"/>
              </a:endParaRPr>
            </a:p>
            <a:p>
              <a:pPr algn="ctr"/>
              <a:r>
                <a:rPr lang="en-US" altLang="ru-RU" sz="2500" dirty="0">
                  <a:solidFill>
                    <a:schemeClr val="tx2"/>
                  </a:solidFill>
                  <a:latin typeface="Montserrat"/>
                </a:rPr>
                <a:t>303.877.9067</a:t>
              </a:r>
              <a:endParaRPr lang="en-US" altLang="ru-RU" sz="2500" dirty="0">
                <a:solidFill>
                  <a:schemeClr val="tx2"/>
                </a:solidFill>
                <a:latin typeface="Montserrat" panose="00000500000000000000" pitchFamily="50" charset="-52"/>
              </a:endParaRPr>
            </a:p>
            <a:p>
              <a:pPr algn="ctr"/>
              <a:r>
                <a:rPr lang="en-US" altLang="ru-RU" sz="2500" dirty="0">
                  <a:solidFill>
                    <a:schemeClr val="tx2"/>
                  </a:solidFill>
                  <a:latin typeface="Montserrat"/>
                </a:rPr>
                <a:t>jeff@healthrate.io</a:t>
              </a:r>
            </a:p>
          </p:txBody>
        </p:sp>
      </p:grpSp>
      <p:cxnSp>
        <p:nvCxnSpPr>
          <p:cNvPr id="11" name="Straight Connector 10">
            <a:extLst>
              <a:ext uri="{FF2B5EF4-FFF2-40B4-BE49-F238E27FC236}">
                <a16:creationId xmlns:a16="http://schemas.microsoft.com/office/drawing/2014/main" id="{D1C207E6-3587-4785-80AE-D2A0F9038588}"/>
              </a:ext>
            </a:extLst>
          </p:cNvPr>
          <p:cNvCxnSpPr>
            <a:cxnSpLocks/>
          </p:cNvCxnSpPr>
          <p:nvPr/>
        </p:nvCxnSpPr>
        <p:spPr>
          <a:xfrm>
            <a:off x="7312025" y="4953000"/>
            <a:ext cx="0" cy="76611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5">
            <a:extLst>
              <a:ext uri="{FF2B5EF4-FFF2-40B4-BE49-F238E27FC236}">
                <a16:creationId xmlns:a16="http://schemas.microsoft.com/office/drawing/2014/main" id="{3BA45B9F-FA98-4348-BDBD-586A855AFEDA}"/>
              </a:ext>
            </a:extLst>
          </p:cNvPr>
          <p:cNvSpPr txBox="1">
            <a:spLocks noChangeArrowheads="1"/>
          </p:cNvSpPr>
          <p:nvPr/>
        </p:nvSpPr>
        <p:spPr bwMode="auto">
          <a:xfrm>
            <a:off x="7693027" y="4800600"/>
            <a:ext cx="16230594" cy="7426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altLang="ru-RU" sz="2000" dirty="0">
                <a:solidFill>
                  <a:schemeClr val="tx2"/>
                </a:solidFill>
                <a:latin typeface="Montserrat"/>
              </a:rPr>
              <a:t>Jeff serves as the CTO </a:t>
            </a:r>
            <a:r>
              <a:rPr lang="en-US" altLang="ru-RU" sz="2000" dirty="0" err="1">
                <a:solidFill>
                  <a:schemeClr val="tx2"/>
                </a:solidFill>
                <a:latin typeface="Montserrat"/>
              </a:rPr>
              <a:t>anc</a:t>
            </a:r>
            <a:r>
              <a:rPr lang="en-US" altLang="ru-RU" sz="2000" dirty="0">
                <a:solidFill>
                  <a:schemeClr val="tx2"/>
                </a:solidFill>
                <a:latin typeface="Montserrat"/>
              </a:rPr>
              <a:t> co-founder of HealthRate and has over 25 years of experience across healthcare with a focus on IT strategy, platform implementation, architecture,  software development..</a:t>
            </a:r>
          </a:p>
          <a:p>
            <a:pPr>
              <a:lnSpc>
                <a:spcPct val="150000"/>
              </a:lnSpc>
            </a:pPr>
            <a:endParaRPr lang="en-US" altLang="ru-RU" sz="2000" dirty="0">
              <a:solidFill>
                <a:schemeClr val="tx2"/>
              </a:solidFill>
              <a:latin typeface="Montserrat" panose="00000500000000000000" pitchFamily="50" charset="-52"/>
            </a:endParaRPr>
          </a:p>
          <a:p>
            <a:pPr>
              <a:lnSpc>
                <a:spcPct val="150000"/>
              </a:lnSpc>
            </a:pPr>
            <a:r>
              <a:rPr lang="en-US" altLang="ru-RU" sz="2000" dirty="0">
                <a:solidFill>
                  <a:schemeClr val="tx2"/>
                </a:solidFill>
                <a:latin typeface="Montserrat"/>
              </a:rPr>
              <a:t>Prior to HealthRate, Jeff focused on IT strategy and transformation in the management consulting industry. He has led strategy, platform development and delivery across the United States as well as Mexico, Brazil, New Zealand, Italy, Singapore and the UK.</a:t>
            </a:r>
          </a:p>
          <a:p>
            <a:pPr>
              <a:lnSpc>
                <a:spcPct val="150000"/>
              </a:lnSpc>
            </a:pPr>
            <a:endParaRPr lang="en-US" altLang="ru-RU" sz="2000" dirty="0">
              <a:solidFill>
                <a:schemeClr val="tx2"/>
              </a:solidFill>
              <a:latin typeface="Montserrat" panose="00000500000000000000" pitchFamily="50" charset="-52"/>
            </a:endParaRPr>
          </a:p>
          <a:p>
            <a:pPr>
              <a:lnSpc>
                <a:spcPct val="150000"/>
              </a:lnSpc>
            </a:pPr>
            <a:r>
              <a:rPr lang="en-US" altLang="ru-RU" sz="2000" dirty="0">
                <a:solidFill>
                  <a:schemeClr val="tx2"/>
                </a:solidFill>
                <a:latin typeface="Montserrat"/>
              </a:rPr>
              <a:t>Over the past several years, Jeff has focused on:</a:t>
            </a:r>
          </a:p>
          <a:p>
            <a:pPr lvl="1">
              <a:lnSpc>
                <a:spcPct val="150000"/>
              </a:lnSpc>
            </a:pPr>
            <a:r>
              <a:rPr lang="en-US" altLang="ru-RU" sz="2000" dirty="0">
                <a:solidFill>
                  <a:schemeClr val="tx2"/>
                </a:solidFill>
                <a:latin typeface="Montserrat"/>
              </a:rPr>
              <a:t>• Healthcare provider technology</a:t>
            </a:r>
            <a:endParaRPr lang="en-US" altLang="ru-RU" sz="2000" dirty="0">
              <a:solidFill>
                <a:schemeClr val="tx2"/>
              </a:solidFill>
              <a:latin typeface="Montserrat" panose="00000500000000000000" pitchFamily="50" charset="-52"/>
            </a:endParaRPr>
          </a:p>
          <a:p>
            <a:pPr lvl="1">
              <a:lnSpc>
                <a:spcPct val="150000"/>
              </a:lnSpc>
            </a:pPr>
            <a:r>
              <a:rPr lang="en-US" altLang="ru-RU" sz="2000" dirty="0">
                <a:solidFill>
                  <a:schemeClr val="tx2"/>
                </a:solidFill>
                <a:latin typeface="Montserrat"/>
              </a:rPr>
              <a:t>• Product Development and Deployment</a:t>
            </a:r>
            <a:endParaRPr lang="en-US" altLang="ru-RU" sz="2000" dirty="0">
              <a:solidFill>
                <a:schemeClr val="tx2"/>
              </a:solidFill>
              <a:latin typeface="Montserrat" panose="00000500000000000000" pitchFamily="50" charset="-52"/>
            </a:endParaRPr>
          </a:p>
          <a:p>
            <a:pPr lvl="1">
              <a:lnSpc>
                <a:spcPct val="150000"/>
              </a:lnSpc>
            </a:pPr>
            <a:r>
              <a:rPr lang="en-US" altLang="ru-RU" sz="2000" dirty="0">
                <a:solidFill>
                  <a:schemeClr val="tx2"/>
                </a:solidFill>
                <a:latin typeface="Montserrat"/>
              </a:rPr>
              <a:t>• Cloud implementation, migration and operations</a:t>
            </a:r>
          </a:p>
          <a:p>
            <a:pPr lvl="1">
              <a:lnSpc>
                <a:spcPct val="150000"/>
              </a:lnSpc>
            </a:pPr>
            <a:r>
              <a:rPr lang="en-US" altLang="ru-RU" sz="2000" dirty="0">
                <a:solidFill>
                  <a:schemeClr val="tx2"/>
                </a:solidFill>
                <a:latin typeface="Montserrat"/>
              </a:rPr>
              <a:t>• Electronic Health Records (EHR) Implementation</a:t>
            </a:r>
          </a:p>
          <a:p>
            <a:pPr lvl="1">
              <a:lnSpc>
                <a:spcPct val="150000"/>
              </a:lnSpc>
            </a:pPr>
            <a:r>
              <a:rPr lang="en-US" altLang="ru-RU" sz="2000" dirty="0">
                <a:solidFill>
                  <a:schemeClr val="tx2"/>
                </a:solidFill>
                <a:latin typeface="Montserrat"/>
              </a:rPr>
              <a:t>• </a:t>
            </a:r>
            <a:r>
              <a:rPr lang="en-US" sz="2000" dirty="0">
                <a:solidFill>
                  <a:schemeClr val="tx2"/>
                </a:solidFill>
                <a:latin typeface="Montserrat"/>
                <a:ea typeface="Lato Light"/>
                <a:cs typeface="Lato Light"/>
              </a:rPr>
              <a:t>Customer, Member, and Patient Portals and Customer Relationship Management</a:t>
            </a:r>
          </a:p>
          <a:p>
            <a:pPr lvl="1">
              <a:lnSpc>
                <a:spcPct val="150000"/>
              </a:lnSpc>
            </a:pPr>
            <a:r>
              <a:rPr lang="en-US" altLang="ru-RU" sz="2000" dirty="0">
                <a:solidFill>
                  <a:schemeClr val="tx2"/>
                </a:solidFill>
                <a:latin typeface="Montserrat"/>
              </a:rPr>
              <a:t>• Data Center Strategy and Builds</a:t>
            </a:r>
          </a:p>
          <a:p>
            <a:pPr lvl="1">
              <a:lnSpc>
                <a:spcPct val="150000"/>
              </a:lnSpc>
            </a:pPr>
            <a:r>
              <a:rPr lang="en-US" sz="2000" dirty="0">
                <a:solidFill>
                  <a:schemeClr val="tx2"/>
                </a:solidFill>
                <a:latin typeface="Montserrat"/>
                <a:ea typeface="Lato Light"/>
                <a:cs typeface="Lato Light"/>
              </a:rPr>
              <a:t>• Business Continuity and Disaster Recovery</a:t>
            </a:r>
          </a:p>
          <a:p>
            <a:pPr lvl="1">
              <a:lnSpc>
                <a:spcPct val="150000"/>
              </a:lnSpc>
            </a:pPr>
            <a:endParaRPr lang="en-US" altLang="ru-RU" sz="2000" dirty="0">
              <a:solidFill>
                <a:schemeClr val="tx2"/>
              </a:solidFill>
              <a:latin typeface="Montserrat" panose="00000500000000000000" pitchFamily="50" charset="-52"/>
            </a:endParaRPr>
          </a:p>
        </p:txBody>
      </p:sp>
      <p:pic>
        <p:nvPicPr>
          <p:cNvPr id="6" name="Picture Placeholder 5" descr="A person in a suit and tie&#10;&#10;Description automatically generated">
            <a:extLst>
              <a:ext uri="{FF2B5EF4-FFF2-40B4-BE49-F238E27FC236}">
                <a16:creationId xmlns:a16="http://schemas.microsoft.com/office/drawing/2014/main" id="{199135D6-D5C1-AB7B-8164-A4A1AA755BA0}"/>
              </a:ext>
            </a:extLst>
          </p:cNvPr>
          <p:cNvPicPr>
            <a:picLocks noGrp="1" noChangeAspect="1"/>
          </p:cNvPicPr>
          <p:nvPr>
            <p:ph type="pic" sz="quarter" idx="10"/>
          </p:nvPr>
        </p:nvPicPr>
        <p:blipFill>
          <a:blip r:embed="rId3"/>
          <a:srcRect/>
          <a:stretch>
            <a:fillRect/>
          </a:stretch>
        </p:blipFill>
        <p:spPr>
          <a:xfrm>
            <a:off x="1978025" y="5094540"/>
            <a:ext cx="3287460" cy="3287460"/>
          </a:xfrm>
        </p:spPr>
      </p:pic>
      <p:sp>
        <p:nvSpPr>
          <p:cNvPr id="30" name="TextBox 29">
            <a:extLst>
              <a:ext uri="{FF2B5EF4-FFF2-40B4-BE49-F238E27FC236}">
                <a16:creationId xmlns:a16="http://schemas.microsoft.com/office/drawing/2014/main" id="{ED4062AF-07BE-D740-84F7-A783166A6B5A}"/>
              </a:ext>
            </a:extLst>
          </p:cNvPr>
          <p:cNvSpPr txBox="1"/>
          <p:nvPr/>
        </p:nvSpPr>
        <p:spPr>
          <a:xfrm>
            <a:off x="21561425" y="1681390"/>
            <a:ext cx="1866900" cy="400110"/>
          </a:xfrm>
          <a:prstGeom prst="rect">
            <a:avLst/>
          </a:prstGeom>
          <a:noFill/>
        </p:spPr>
        <p:txBody>
          <a:bodyPr wrap="square" rtlCol="0">
            <a:spAutoFit/>
          </a:bodyPr>
          <a:lstStyle/>
          <a:p>
            <a:pPr algn="r">
              <a:lnSpc>
                <a:spcPct val="80000"/>
              </a:lnSpc>
            </a:pPr>
            <a:r>
              <a:rPr lang="en-US" sz="2500" kern="100" spc="600" dirty="0">
                <a:solidFill>
                  <a:schemeClr val="tx2"/>
                </a:solidFill>
                <a:latin typeface="Montserrat Medium" panose="00000600000000000000" pitchFamily="50" charset="-52"/>
              </a:rPr>
              <a:t>00</a:t>
            </a:r>
            <a:endParaRPr lang="ru-RU" sz="2500" kern="100" spc="600" dirty="0">
              <a:solidFill>
                <a:schemeClr val="accent1"/>
              </a:solidFill>
              <a:latin typeface="Montserrat Medium" panose="00000600000000000000" pitchFamily="50" charset="-52"/>
            </a:endParaRPr>
          </a:p>
        </p:txBody>
      </p:sp>
      <p:pic>
        <p:nvPicPr>
          <p:cNvPr id="31" name="Picture 30" descr="A blue text on a black background&#10;&#10;Description automatically generated">
            <a:extLst>
              <a:ext uri="{FF2B5EF4-FFF2-40B4-BE49-F238E27FC236}">
                <a16:creationId xmlns:a16="http://schemas.microsoft.com/office/drawing/2014/main" id="{03C1CD0E-F31B-FB46-8DC9-0DC2E3EA837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8051053" y="1295400"/>
            <a:ext cx="4348572" cy="1025058"/>
          </a:xfrm>
          <a:prstGeom prst="rect">
            <a:avLst/>
          </a:prstGeom>
        </p:spPr>
      </p:pic>
      <p:sp>
        <p:nvSpPr>
          <p:cNvPr id="32" name="TextBox 31">
            <a:extLst>
              <a:ext uri="{FF2B5EF4-FFF2-40B4-BE49-F238E27FC236}">
                <a16:creationId xmlns:a16="http://schemas.microsoft.com/office/drawing/2014/main" id="{FC8BE772-09AD-EA4C-854F-42068444095C}"/>
              </a:ext>
            </a:extLst>
          </p:cNvPr>
          <p:cNvSpPr txBox="1"/>
          <p:nvPr/>
        </p:nvSpPr>
        <p:spPr>
          <a:xfrm>
            <a:off x="18062294" y="240193"/>
            <a:ext cx="6070768" cy="369332"/>
          </a:xfrm>
          <a:prstGeom prst="rect">
            <a:avLst/>
          </a:prstGeom>
          <a:noFill/>
        </p:spPr>
        <p:txBody>
          <a:bodyPr wrap="square">
            <a:spAutoFit/>
          </a:bodyPr>
          <a:lstStyle/>
          <a:p>
            <a:pPr algn="r"/>
            <a:r>
              <a:rPr lang="en-US" sz="1800" kern="0" dirty="0">
                <a:solidFill>
                  <a:schemeClr val="tx2"/>
                </a:solidFill>
                <a:latin typeface="Montserrat" pitchFamily="2" charset="77"/>
              </a:rPr>
              <a:t>PROPRIETARY AND CONFIDENTIAL</a:t>
            </a:r>
            <a:endParaRPr lang="en-US" dirty="0">
              <a:solidFill>
                <a:schemeClr val="tx2"/>
              </a:solidFill>
              <a:latin typeface="Montserrat" pitchFamily="2" charset="77"/>
            </a:endParaRPr>
          </a:p>
        </p:txBody>
      </p:sp>
      <p:sp>
        <p:nvSpPr>
          <p:cNvPr id="13" name="Rounded Rectangle 39">
            <a:hlinkClick r:id="rId5"/>
            <a:extLst>
              <a:ext uri="{FF2B5EF4-FFF2-40B4-BE49-F238E27FC236}">
                <a16:creationId xmlns:a16="http://schemas.microsoft.com/office/drawing/2014/main" id="{5A3A36CB-A2E2-F180-4B8B-6F475E05DA5A}"/>
              </a:ext>
            </a:extLst>
          </p:cNvPr>
          <p:cNvSpPr/>
          <p:nvPr/>
        </p:nvSpPr>
        <p:spPr>
          <a:xfrm>
            <a:off x="2761654" y="11523550"/>
            <a:ext cx="618089" cy="618089"/>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solidFill>
            <a:srgbClr val="2A6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599" dirty="0">
              <a:solidFill>
                <a:schemeClr val="tx2"/>
              </a:solidFill>
            </a:endParaRPr>
          </a:p>
        </p:txBody>
      </p:sp>
      <p:sp>
        <p:nvSpPr>
          <p:cNvPr id="14" name="Rounded Rectangle 8">
            <a:hlinkClick r:id="rId6"/>
            <a:extLst>
              <a:ext uri="{FF2B5EF4-FFF2-40B4-BE49-F238E27FC236}">
                <a16:creationId xmlns:a16="http://schemas.microsoft.com/office/drawing/2014/main" id="{642A89DD-FACC-1B24-19B5-FBDB901AAAB8}"/>
              </a:ext>
            </a:extLst>
          </p:cNvPr>
          <p:cNvSpPr/>
          <p:nvPr/>
        </p:nvSpPr>
        <p:spPr>
          <a:xfrm>
            <a:off x="3578320" y="11523549"/>
            <a:ext cx="642113" cy="618091"/>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688485 w 3888432"/>
              <a:gd name="connsiteY5" fmla="*/ 147563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2688485 w 3888432"/>
              <a:gd name="connsiteY17" fmla="*/ 1475633 h 3960440"/>
              <a:gd name="connsiteX18" fmla="*/ 878058 w 3888432"/>
              <a:gd name="connsiteY18" fmla="*/ 648072 h 3960440"/>
              <a:gd name="connsiteX19" fmla="*/ 554477 w 3888432"/>
              <a:gd name="connsiteY19" fmla="*/ 971653 h 3960440"/>
              <a:gd name="connsiteX20" fmla="*/ 878058 w 3888432"/>
              <a:gd name="connsiteY20" fmla="*/ 1295234 h 3960440"/>
              <a:gd name="connsiteX21" fmla="*/ 1201639 w 3888432"/>
              <a:gd name="connsiteY21" fmla="*/ 971653 h 3960440"/>
              <a:gd name="connsiteX22" fmla="*/ 878058 w 3888432"/>
              <a:gd name="connsiteY22" fmla="*/ 648072 h 3960440"/>
              <a:gd name="connsiteX23" fmla="*/ 333511 w 3888432"/>
              <a:gd name="connsiteY23" fmla="*/ 0 h 3960440"/>
              <a:gd name="connsiteX24" fmla="*/ 3554921 w 3888432"/>
              <a:gd name="connsiteY24" fmla="*/ 0 h 3960440"/>
              <a:gd name="connsiteX25" fmla="*/ 3888432 w 3888432"/>
              <a:gd name="connsiteY25" fmla="*/ 333511 h 3960440"/>
              <a:gd name="connsiteX26" fmla="*/ 3888432 w 3888432"/>
              <a:gd name="connsiteY26" fmla="*/ 3626929 h 3960440"/>
              <a:gd name="connsiteX27" fmla="*/ 3554921 w 3888432"/>
              <a:gd name="connsiteY27" fmla="*/ 3960440 h 3960440"/>
              <a:gd name="connsiteX28" fmla="*/ 333511 w 3888432"/>
              <a:gd name="connsiteY28" fmla="*/ 3960440 h 3960440"/>
              <a:gd name="connsiteX29" fmla="*/ 0 w 3888432"/>
              <a:gd name="connsiteY29" fmla="*/ 3626929 h 3960440"/>
              <a:gd name="connsiteX30" fmla="*/ 0 w 3888432"/>
              <a:gd name="connsiteY30" fmla="*/ 333511 h 3960440"/>
              <a:gd name="connsiteX31" fmla="*/ 333511 w 3888432"/>
              <a:gd name="connsiteY31"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rgbClr val="2A60A0"/>
          </a:solidFill>
          <a:ln>
            <a:noFill/>
          </a:ln>
          <a:effectLst>
            <a:outerShdw blurRad="63500" dist="38100" dir="2700000">
              <a:srgbClr val="000000">
                <a:alpha val="40000"/>
              </a:srgbClr>
            </a:outerShdw>
            <a:reflection stA="40000" endPos="54000" dist="508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32" tIns="91416" rIns="182832" bIns="91416" numCol="1" spcCol="0" rtlCol="0" fromWordArt="0" anchor="ctr" anchorCtr="0" forceAA="0" compatLnSpc="1">
            <a:prstTxWarp prst="textNoShape">
              <a:avLst/>
            </a:prstTxWarp>
            <a:noAutofit/>
          </a:bodyPr>
          <a:lstStyle/>
          <a:p>
            <a:pPr algn="ctr"/>
            <a:endParaRPr lang="ko-KR" altLang="en-US" sz="5399">
              <a:solidFill>
                <a:schemeClr val="tx2"/>
              </a:solidFill>
            </a:endParaRPr>
          </a:p>
        </p:txBody>
      </p:sp>
    </p:spTree>
    <p:extLst>
      <p:ext uri="{BB962C8B-B14F-4D97-AF65-F5344CB8AC3E}">
        <p14:creationId xmlns:p14="http://schemas.microsoft.com/office/powerpoint/2010/main" val="289505460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E74F723-6E4B-40AF-885A-A22E97829D75}"/>
              </a:ext>
            </a:extLst>
          </p:cNvPr>
          <p:cNvGrpSpPr/>
          <p:nvPr/>
        </p:nvGrpSpPr>
        <p:grpSpPr>
          <a:xfrm>
            <a:off x="1339849" y="1676400"/>
            <a:ext cx="13441415" cy="2240816"/>
            <a:chOff x="2701925" y="2254984"/>
            <a:chExt cx="10325100" cy="2240816"/>
          </a:xfrm>
        </p:grpSpPr>
        <p:sp>
          <p:nvSpPr>
            <p:cNvPr id="3" name="TextBox 2">
              <a:extLst>
                <a:ext uri="{FF2B5EF4-FFF2-40B4-BE49-F238E27FC236}">
                  <a16:creationId xmlns:a16="http://schemas.microsoft.com/office/drawing/2014/main" id="{7A64B3BB-F614-4075-B1C5-C1F603CAF130}"/>
                </a:ext>
              </a:extLst>
            </p:cNvPr>
            <p:cNvSpPr txBox="1"/>
            <p:nvPr/>
          </p:nvSpPr>
          <p:spPr>
            <a:xfrm>
              <a:off x="2701925" y="2864584"/>
              <a:ext cx="10325100" cy="1631216"/>
            </a:xfrm>
            <a:prstGeom prst="rect">
              <a:avLst/>
            </a:prstGeom>
            <a:noFill/>
          </p:spPr>
          <p:txBody>
            <a:bodyPr wrap="square" rtlCol="0">
              <a:spAutoFit/>
            </a:bodyPr>
            <a:lstStyle/>
            <a:p>
              <a:r>
                <a:rPr lang="en-US" sz="10000" kern="100" dirty="0">
                  <a:solidFill>
                    <a:srgbClr val="0C276D"/>
                  </a:solidFill>
                  <a:latin typeface="Charter Roman" panose="02040503050506020203" pitchFamily="18" charset="0"/>
                </a:rPr>
                <a:t>Management Profile</a:t>
              </a:r>
              <a:endParaRPr lang="ru-RU" sz="10000" kern="100" dirty="0">
                <a:solidFill>
                  <a:srgbClr val="0C276D"/>
                </a:solidFill>
                <a:latin typeface="Montserrat" panose="00000500000000000000" pitchFamily="50" charset="-52"/>
              </a:endParaRPr>
            </a:p>
          </p:txBody>
        </p:sp>
        <p:sp>
          <p:nvSpPr>
            <p:cNvPr id="4" name="TextBox 3">
              <a:extLst>
                <a:ext uri="{FF2B5EF4-FFF2-40B4-BE49-F238E27FC236}">
                  <a16:creationId xmlns:a16="http://schemas.microsoft.com/office/drawing/2014/main" id="{E4DF32BF-9D21-46FF-AA16-AC46E0B34A86}"/>
                </a:ext>
              </a:extLst>
            </p:cNvPr>
            <p:cNvSpPr txBox="1"/>
            <p:nvPr/>
          </p:nvSpPr>
          <p:spPr>
            <a:xfrm>
              <a:off x="2701925" y="2254984"/>
              <a:ext cx="6781800" cy="400110"/>
            </a:xfrm>
            <a:prstGeom prst="rect">
              <a:avLst/>
            </a:prstGeom>
            <a:noFill/>
          </p:spPr>
          <p:txBody>
            <a:bodyPr wrap="square" rtlCol="0">
              <a:spAutoFit/>
            </a:bodyPr>
            <a:lstStyle/>
            <a:p>
              <a:pPr>
                <a:lnSpc>
                  <a:spcPct val="80000"/>
                </a:lnSpc>
              </a:pPr>
              <a:r>
                <a:rPr lang="en-US" sz="2500" kern="100" spc="600" dirty="0">
                  <a:solidFill>
                    <a:schemeClr val="tx2"/>
                  </a:solidFill>
                  <a:latin typeface="Montserrat Medium" panose="00000600000000000000" pitchFamily="50" charset="-52"/>
                </a:rPr>
                <a:t>MEETING WITH YOU TODAY</a:t>
              </a:r>
              <a:endParaRPr lang="ru-RU" sz="2500" kern="100" spc="600" dirty="0">
                <a:solidFill>
                  <a:schemeClr val="accent1"/>
                </a:solidFill>
                <a:latin typeface="Montserrat Medium" panose="00000600000000000000" pitchFamily="50" charset="-52"/>
              </a:endParaRPr>
            </a:p>
          </p:txBody>
        </p:sp>
      </p:grpSp>
      <p:grpSp>
        <p:nvGrpSpPr>
          <p:cNvPr id="7" name="Group 6">
            <a:extLst>
              <a:ext uri="{FF2B5EF4-FFF2-40B4-BE49-F238E27FC236}">
                <a16:creationId xmlns:a16="http://schemas.microsoft.com/office/drawing/2014/main" id="{FADA920E-EF8A-4D8D-8EFD-4E8927AA0129}"/>
              </a:ext>
            </a:extLst>
          </p:cNvPr>
          <p:cNvGrpSpPr/>
          <p:nvPr/>
        </p:nvGrpSpPr>
        <p:grpSpPr>
          <a:xfrm>
            <a:off x="320675" y="8840984"/>
            <a:ext cx="6610350" cy="2114724"/>
            <a:chOff x="788527" y="9144000"/>
            <a:chExt cx="6610350" cy="2114724"/>
          </a:xfrm>
        </p:grpSpPr>
        <p:sp>
          <p:nvSpPr>
            <p:cNvPr id="8" name="TextBox 7">
              <a:extLst>
                <a:ext uri="{FF2B5EF4-FFF2-40B4-BE49-F238E27FC236}">
                  <a16:creationId xmlns:a16="http://schemas.microsoft.com/office/drawing/2014/main" id="{48579BA4-6A1D-4723-A14F-BAD248B9BF7F}"/>
                </a:ext>
              </a:extLst>
            </p:cNvPr>
            <p:cNvSpPr txBox="1">
              <a:spLocks noChangeArrowheads="1"/>
            </p:cNvSpPr>
            <p:nvPr/>
          </p:nvSpPr>
          <p:spPr bwMode="auto">
            <a:xfrm>
              <a:off x="788527" y="9144000"/>
              <a:ext cx="6610350" cy="107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a:lnSpc>
                  <a:spcPct val="110000"/>
                </a:lnSpc>
              </a:pPr>
              <a:r>
                <a:rPr lang="en-US" altLang="ru-RU" sz="3500" kern="100" dirty="0">
                  <a:solidFill>
                    <a:srgbClr val="000000"/>
                  </a:solidFill>
                  <a:latin typeface="Montserrat SemiBold" panose="00000700000000000000" pitchFamily="50" charset="-52"/>
                </a:rPr>
                <a:t>TIM MICHAELS</a:t>
              </a:r>
              <a:endParaRPr lang="en-US" altLang="ru-RU" sz="500" dirty="0">
                <a:solidFill>
                  <a:schemeClr val="tx2"/>
                </a:solidFill>
                <a:latin typeface="Montserrat" panose="00000500000000000000" pitchFamily="50" charset="-52"/>
              </a:endParaRPr>
            </a:p>
            <a:p>
              <a:pPr algn="ctr">
                <a:lnSpc>
                  <a:spcPct val="110000"/>
                </a:lnSpc>
              </a:pPr>
              <a:r>
                <a:rPr lang="en-US" altLang="ru-RU" sz="2500" dirty="0">
                  <a:solidFill>
                    <a:schemeClr val="tx2"/>
                  </a:solidFill>
                  <a:latin typeface="Montserrat Medium" panose="00000600000000000000" pitchFamily="50" charset="-52"/>
                </a:rPr>
                <a:t>Chief Executive Officer</a:t>
              </a:r>
            </a:p>
          </p:txBody>
        </p:sp>
        <p:sp>
          <p:nvSpPr>
            <p:cNvPr id="9" name="TextBox 8">
              <a:extLst>
                <a:ext uri="{FF2B5EF4-FFF2-40B4-BE49-F238E27FC236}">
                  <a16:creationId xmlns:a16="http://schemas.microsoft.com/office/drawing/2014/main" id="{F0849B48-0EBF-4645-BE44-A80343E3BB66}"/>
                </a:ext>
              </a:extLst>
            </p:cNvPr>
            <p:cNvSpPr txBox="1">
              <a:spLocks noChangeArrowheads="1"/>
            </p:cNvSpPr>
            <p:nvPr/>
          </p:nvSpPr>
          <p:spPr bwMode="auto">
            <a:xfrm>
              <a:off x="1360028" y="10320005"/>
              <a:ext cx="5522246" cy="938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gn="ctr"/>
              <a:endParaRPr lang="en-US" altLang="ru-RU" sz="500" dirty="0">
                <a:solidFill>
                  <a:schemeClr val="tx2"/>
                </a:solidFill>
                <a:latin typeface="Montserrat" panose="00000500000000000000" pitchFamily="50" charset="-52"/>
              </a:endParaRPr>
            </a:p>
            <a:p>
              <a:pPr algn="ctr"/>
              <a:r>
                <a:rPr lang="en-US" altLang="ru-RU" sz="2500" dirty="0">
                  <a:solidFill>
                    <a:schemeClr val="tx2"/>
                  </a:solidFill>
                  <a:latin typeface="Montserrat" panose="00000500000000000000" pitchFamily="50" charset="-52"/>
                </a:rPr>
                <a:t>612.747.5927</a:t>
              </a:r>
            </a:p>
            <a:p>
              <a:pPr algn="ctr"/>
              <a:r>
                <a:rPr lang="en-US" altLang="ru-RU" sz="2500" dirty="0">
                  <a:solidFill>
                    <a:schemeClr val="tx2"/>
                  </a:solidFill>
                  <a:latin typeface="Montserrat" panose="00000500000000000000" pitchFamily="50" charset="-52"/>
                </a:rPr>
                <a:t>tim@healthrate.io</a:t>
              </a:r>
            </a:p>
          </p:txBody>
        </p:sp>
      </p:grpSp>
      <p:cxnSp>
        <p:nvCxnSpPr>
          <p:cNvPr id="11" name="Straight Connector 10">
            <a:extLst>
              <a:ext uri="{FF2B5EF4-FFF2-40B4-BE49-F238E27FC236}">
                <a16:creationId xmlns:a16="http://schemas.microsoft.com/office/drawing/2014/main" id="{D1C207E6-3587-4785-80AE-D2A0F9038588}"/>
              </a:ext>
            </a:extLst>
          </p:cNvPr>
          <p:cNvCxnSpPr>
            <a:cxnSpLocks/>
          </p:cNvCxnSpPr>
          <p:nvPr/>
        </p:nvCxnSpPr>
        <p:spPr>
          <a:xfrm>
            <a:off x="7312025" y="4953000"/>
            <a:ext cx="0" cy="766116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extBox 5">
            <a:extLst>
              <a:ext uri="{FF2B5EF4-FFF2-40B4-BE49-F238E27FC236}">
                <a16:creationId xmlns:a16="http://schemas.microsoft.com/office/drawing/2014/main" id="{3BA45B9F-FA98-4348-BDBD-586A855AFEDA}"/>
              </a:ext>
            </a:extLst>
          </p:cNvPr>
          <p:cNvSpPr txBox="1">
            <a:spLocks noChangeArrowheads="1"/>
          </p:cNvSpPr>
          <p:nvPr/>
        </p:nvSpPr>
        <p:spPr bwMode="auto">
          <a:xfrm>
            <a:off x="7693027" y="4800600"/>
            <a:ext cx="16230594" cy="7888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600">
                <a:solidFill>
                  <a:schemeClr val="tx1"/>
                </a:solidFill>
                <a:latin typeface="Lato Light"/>
              </a:defRPr>
            </a:lvl1pPr>
            <a:lvl2pPr marL="742950" indent="-285750">
              <a:defRPr sz="3600">
                <a:solidFill>
                  <a:schemeClr val="tx1"/>
                </a:solidFill>
                <a:latin typeface="Lato Light"/>
              </a:defRPr>
            </a:lvl2pPr>
            <a:lvl3pPr marL="1143000" indent="-228600">
              <a:defRPr sz="3600">
                <a:solidFill>
                  <a:schemeClr val="tx1"/>
                </a:solidFill>
                <a:latin typeface="Lato Light"/>
              </a:defRPr>
            </a:lvl3pPr>
            <a:lvl4pPr marL="1600200" indent="-228600">
              <a:defRPr sz="3600">
                <a:solidFill>
                  <a:schemeClr val="tx1"/>
                </a:solidFill>
                <a:latin typeface="Lato Light"/>
              </a:defRPr>
            </a:lvl4pPr>
            <a:lvl5pPr marL="2057400" indent="-228600">
              <a:defRPr sz="3600">
                <a:solidFill>
                  <a:schemeClr val="tx1"/>
                </a:solidFill>
                <a:latin typeface="Lato Light"/>
              </a:defRPr>
            </a:lvl5pPr>
            <a:lvl6pPr marL="2514600" indent="-228600" defTabSz="1827213" fontAlgn="base">
              <a:spcBef>
                <a:spcPct val="0"/>
              </a:spcBef>
              <a:spcAft>
                <a:spcPct val="0"/>
              </a:spcAft>
              <a:defRPr sz="3600">
                <a:solidFill>
                  <a:schemeClr val="tx1"/>
                </a:solidFill>
                <a:latin typeface="Lato Light"/>
              </a:defRPr>
            </a:lvl6pPr>
            <a:lvl7pPr marL="2971800" indent="-228600" defTabSz="1827213" fontAlgn="base">
              <a:spcBef>
                <a:spcPct val="0"/>
              </a:spcBef>
              <a:spcAft>
                <a:spcPct val="0"/>
              </a:spcAft>
              <a:defRPr sz="3600">
                <a:solidFill>
                  <a:schemeClr val="tx1"/>
                </a:solidFill>
                <a:latin typeface="Lato Light"/>
              </a:defRPr>
            </a:lvl7pPr>
            <a:lvl8pPr marL="3429000" indent="-228600" defTabSz="1827213" fontAlgn="base">
              <a:spcBef>
                <a:spcPct val="0"/>
              </a:spcBef>
              <a:spcAft>
                <a:spcPct val="0"/>
              </a:spcAft>
              <a:defRPr sz="3600">
                <a:solidFill>
                  <a:schemeClr val="tx1"/>
                </a:solidFill>
                <a:latin typeface="Lato Light"/>
              </a:defRPr>
            </a:lvl8pPr>
            <a:lvl9pPr marL="3886200" indent="-228600" defTabSz="1827213" fontAlgn="base">
              <a:spcBef>
                <a:spcPct val="0"/>
              </a:spcBef>
              <a:spcAft>
                <a:spcPct val="0"/>
              </a:spcAft>
              <a:defRPr sz="3600">
                <a:solidFill>
                  <a:schemeClr val="tx1"/>
                </a:solidFill>
                <a:latin typeface="Lato Light"/>
              </a:defRPr>
            </a:lvl9pPr>
          </a:lstStyle>
          <a:p>
            <a:pPr>
              <a:lnSpc>
                <a:spcPct val="150000"/>
              </a:lnSpc>
            </a:pPr>
            <a:r>
              <a:rPr lang="en-US" altLang="ru-RU" sz="2000" dirty="0">
                <a:solidFill>
                  <a:schemeClr val="tx2"/>
                </a:solidFill>
                <a:latin typeface="Montserrat" panose="00000500000000000000" pitchFamily="50" charset="-52"/>
              </a:rPr>
              <a:t>Tim is the Founder and CEO of HealthRate and has over 30 years of experience across healthcare with a focus on risk management, analytics,  reimbursement strategies, and software development.</a:t>
            </a:r>
          </a:p>
          <a:p>
            <a:pPr>
              <a:lnSpc>
                <a:spcPct val="150000"/>
              </a:lnSpc>
            </a:pPr>
            <a:endParaRPr lang="en-US" altLang="ru-RU" sz="2000" dirty="0">
              <a:solidFill>
                <a:schemeClr val="tx2"/>
              </a:solidFill>
              <a:latin typeface="Montserrat" panose="00000500000000000000" pitchFamily="50" charset="-52"/>
            </a:endParaRPr>
          </a:p>
          <a:p>
            <a:pPr>
              <a:lnSpc>
                <a:spcPct val="150000"/>
              </a:lnSpc>
            </a:pPr>
            <a:r>
              <a:rPr lang="en-US" altLang="ru-RU" sz="2000" dirty="0">
                <a:solidFill>
                  <a:schemeClr val="tx2"/>
                </a:solidFill>
                <a:latin typeface="Montserrat" panose="00000500000000000000" pitchFamily="50" charset="-52"/>
              </a:rPr>
              <a:t>Prior to starting HealthRate, Tim successfully led the formation and operations of several public and private companies, worked as a strategic advisor to prominent organizations across industries and served on multiple governance boards. He has extensive experience in operations, product development, risk management, and information technology</a:t>
            </a:r>
          </a:p>
          <a:p>
            <a:pPr>
              <a:lnSpc>
                <a:spcPct val="150000"/>
              </a:lnSpc>
            </a:pPr>
            <a:endParaRPr lang="en-US" altLang="ru-RU" sz="2000" dirty="0">
              <a:solidFill>
                <a:schemeClr val="tx2"/>
              </a:solidFill>
              <a:latin typeface="Montserrat" panose="00000500000000000000" pitchFamily="50" charset="-52"/>
            </a:endParaRPr>
          </a:p>
          <a:p>
            <a:pPr>
              <a:lnSpc>
                <a:spcPct val="150000"/>
              </a:lnSpc>
            </a:pPr>
            <a:r>
              <a:rPr lang="en-US" altLang="ru-RU" sz="2000" dirty="0">
                <a:solidFill>
                  <a:schemeClr val="tx2"/>
                </a:solidFill>
                <a:latin typeface="Montserrat" panose="00000500000000000000" pitchFamily="50" charset="-52"/>
              </a:rPr>
              <a:t>Over the past several years, Tim has focused on:</a:t>
            </a:r>
          </a:p>
          <a:p>
            <a:pPr lvl="1">
              <a:lnSpc>
                <a:spcPct val="150000"/>
              </a:lnSpc>
            </a:pPr>
            <a:r>
              <a:rPr lang="en-US" altLang="ru-RU" sz="2000" dirty="0">
                <a:solidFill>
                  <a:schemeClr val="tx2"/>
                </a:solidFill>
                <a:latin typeface="Montserrat" panose="00000500000000000000" pitchFamily="50" charset="-52"/>
              </a:rPr>
              <a:t>• Healthcare Insurance and reinsurance</a:t>
            </a:r>
          </a:p>
          <a:p>
            <a:pPr lvl="1">
              <a:lnSpc>
                <a:spcPct val="150000"/>
              </a:lnSpc>
            </a:pPr>
            <a:r>
              <a:rPr lang="en-US" altLang="ru-RU" sz="2000" dirty="0">
                <a:solidFill>
                  <a:schemeClr val="tx2"/>
                </a:solidFill>
                <a:latin typeface="Montserrat" panose="00000500000000000000" pitchFamily="50" charset="-52"/>
              </a:rPr>
              <a:t>• Product Development</a:t>
            </a:r>
          </a:p>
          <a:p>
            <a:pPr lvl="1">
              <a:lnSpc>
                <a:spcPct val="150000"/>
              </a:lnSpc>
            </a:pPr>
            <a:r>
              <a:rPr lang="en-US" altLang="ru-RU" sz="2000" dirty="0">
                <a:solidFill>
                  <a:schemeClr val="tx2"/>
                </a:solidFill>
                <a:latin typeface="Montserrat" panose="00000500000000000000" pitchFamily="50" charset="-52"/>
              </a:rPr>
              <a:t>• Payment Integrity</a:t>
            </a:r>
          </a:p>
          <a:p>
            <a:pPr lvl="1">
              <a:lnSpc>
                <a:spcPct val="150000"/>
              </a:lnSpc>
            </a:pPr>
            <a:r>
              <a:rPr lang="en-US" altLang="ru-RU" sz="2000" dirty="0">
                <a:solidFill>
                  <a:schemeClr val="tx2"/>
                </a:solidFill>
                <a:latin typeface="Montserrat" panose="00000500000000000000" pitchFamily="50" charset="-52"/>
              </a:rPr>
              <a:t>• Revenue Cycle Optimization</a:t>
            </a:r>
          </a:p>
          <a:p>
            <a:pPr lvl="1">
              <a:lnSpc>
                <a:spcPct val="150000"/>
              </a:lnSpc>
            </a:pPr>
            <a:r>
              <a:rPr lang="en-US" altLang="ru-RU" sz="2000" dirty="0">
                <a:solidFill>
                  <a:schemeClr val="tx2"/>
                </a:solidFill>
                <a:latin typeface="Montserrat" panose="00000500000000000000" pitchFamily="50" charset="-52"/>
              </a:rPr>
              <a:t>• Analytics and Business Intelligence</a:t>
            </a:r>
          </a:p>
          <a:p>
            <a:pPr lvl="1">
              <a:lnSpc>
                <a:spcPct val="150000"/>
              </a:lnSpc>
            </a:pPr>
            <a:r>
              <a:rPr lang="en-US" altLang="ru-RU" sz="2000" dirty="0">
                <a:solidFill>
                  <a:schemeClr val="tx2"/>
                </a:solidFill>
                <a:latin typeface="Montserrat" panose="00000500000000000000" pitchFamily="50" charset="-52"/>
              </a:rPr>
              <a:t>• Artificial Intelligence and Machine Learning</a:t>
            </a:r>
          </a:p>
          <a:p>
            <a:pPr lvl="1">
              <a:lnSpc>
                <a:spcPct val="150000"/>
              </a:lnSpc>
            </a:pPr>
            <a:r>
              <a:rPr lang="en-US" altLang="ru-RU" sz="2000" dirty="0">
                <a:solidFill>
                  <a:schemeClr val="tx2"/>
                </a:solidFill>
                <a:latin typeface="Montserrat" panose="00000500000000000000" pitchFamily="50" charset="-52"/>
              </a:rPr>
              <a:t>• Customer, Member, and Patient Insight and Customer Relationship Management</a:t>
            </a:r>
          </a:p>
          <a:p>
            <a:pPr lvl="1">
              <a:lnSpc>
                <a:spcPct val="150000"/>
              </a:lnSpc>
            </a:pPr>
            <a:r>
              <a:rPr lang="en-US" altLang="ru-RU" sz="2000" dirty="0">
                <a:solidFill>
                  <a:schemeClr val="tx2"/>
                </a:solidFill>
                <a:latin typeface="Montserrat" panose="00000500000000000000" pitchFamily="50" charset="-52"/>
              </a:rPr>
              <a:t>• Strategic Information Systems Assessment and Planning</a:t>
            </a:r>
          </a:p>
          <a:p>
            <a:pPr lvl="1">
              <a:lnSpc>
                <a:spcPct val="150000"/>
              </a:lnSpc>
            </a:pPr>
            <a:r>
              <a:rPr lang="en-US" altLang="ru-RU" sz="2000" dirty="0">
                <a:solidFill>
                  <a:schemeClr val="tx2"/>
                </a:solidFill>
                <a:latin typeface="Montserrat" panose="00000500000000000000" pitchFamily="50" charset="-52"/>
              </a:rPr>
              <a:t>• Operational Assessment and Performance Improvement</a:t>
            </a:r>
          </a:p>
        </p:txBody>
      </p:sp>
      <p:pic>
        <p:nvPicPr>
          <p:cNvPr id="6" name="Picture Placeholder 5" descr="A person in a blue shirt&#10;&#10;Description automatically generated">
            <a:extLst>
              <a:ext uri="{FF2B5EF4-FFF2-40B4-BE49-F238E27FC236}">
                <a16:creationId xmlns:a16="http://schemas.microsoft.com/office/drawing/2014/main" id="{199135D6-D5C1-AB7B-8164-A4A1AA755BA0}"/>
              </a:ext>
            </a:extLst>
          </p:cNvPr>
          <p:cNvPicPr>
            <a:picLocks noGrp="1" noChangeAspect="1"/>
          </p:cNvPicPr>
          <p:nvPr>
            <p:ph type="pic" sz="quarter" idx="10"/>
          </p:nvPr>
        </p:nvPicPr>
        <p:blipFill>
          <a:blip r:embed="rId3" cstate="email">
            <a:extLst>
              <a:ext uri="{28A0092B-C50C-407E-A947-70E740481C1C}">
                <a14:useLocalDpi xmlns:a14="http://schemas.microsoft.com/office/drawing/2010/main" val="0"/>
              </a:ext>
            </a:extLst>
          </a:blip>
          <a:srcRect t="10702" b="10702"/>
          <a:stretch>
            <a:fillRect/>
          </a:stretch>
        </p:blipFill>
        <p:spPr>
          <a:xfrm>
            <a:off x="1978025" y="5094540"/>
            <a:ext cx="3287460" cy="3287460"/>
          </a:xfrm>
        </p:spPr>
      </p:pic>
      <p:sp>
        <p:nvSpPr>
          <p:cNvPr id="30" name="TextBox 29">
            <a:extLst>
              <a:ext uri="{FF2B5EF4-FFF2-40B4-BE49-F238E27FC236}">
                <a16:creationId xmlns:a16="http://schemas.microsoft.com/office/drawing/2014/main" id="{ED4062AF-07BE-D740-84F7-A783166A6B5A}"/>
              </a:ext>
            </a:extLst>
          </p:cNvPr>
          <p:cNvSpPr txBox="1"/>
          <p:nvPr/>
        </p:nvSpPr>
        <p:spPr>
          <a:xfrm>
            <a:off x="21561425" y="1681390"/>
            <a:ext cx="1866900" cy="400110"/>
          </a:xfrm>
          <a:prstGeom prst="rect">
            <a:avLst/>
          </a:prstGeom>
          <a:noFill/>
        </p:spPr>
        <p:txBody>
          <a:bodyPr wrap="square" rtlCol="0">
            <a:spAutoFit/>
          </a:bodyPr>
          <a:lstStyle/>
          <a:p>
            <a:pPr algn="r">
              <a:lnSpc>
                <a:spcPct val="80000"/>
              </a:lnSpc>
            </a:pPr>
            <a:r>
              <a:rPr lang="en-US" sz="2500" kern="100" spc="600" dirty="0">
                <a:solidFill>
                  <a:schemeClr val="tx2"/>
                </a:solidFill>
                <a:latin typeface="Montserrat Medium" panose="00000600000000000000" pitchFamily="50" charset="-52"/>
              </a:rPr>
              <a:t>00</a:t>
            </a:r>
            <a:endParaRPr lang="ru-RU" sz="2500" kern="100" spc="600" dirty="0">
              <a:solidFill>
                <a:schemeClr val="accent1"/>
              </a:solidFill>
              <a:latin typeface="Montserrat Medium" panose="00000600000000000000" pitchFamily="50" charset="-52"/>
            </a:endParaRPr>
          </a:p>
        </p:txBody>
      </p:sp>
      <p:pic>
        <p:nvPicPr>
          <p:cNvPr id="31" name="Picture 30" descr="A blue text on a black background&#10;&#10;Description automatically generated">
            <a:extLst>
              <a:ext uri="{FF2B5EF4-FFF2-40B4-BE49-F238E27FC236}">
                <a16:creationId xmlns:a16="http://schemas.microsoft.com/office/drawing/2014/main" id="{03C1CD0E-F31B-FB46-8DC9-0DC2E3EA8372}"/>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8051053" y="1295400"/>
            <a:ext cx="4348572" cy="1025058"/>
          </a:xfrm>
          <a:prstGeom prst="rect">
            <a:avLst/>
          </a:prstGeom>
        </p:spPr>
      </p:pic>
      <p:sp>
        <p:nvSpPr>
          <p:cNvPr id="32" name="TextBox 31">
            <a:extLst>
              <a:ext uri="{FF2B5EF4-FFF2-40B4-BE49-F238E27FC236}">
                <a16:creationId xmlns:a16="http://schemas.microsoft.com/office/drawing/2014/main" id="{FC8BE772-09AD-EA4C-854F-42068444095C}"/>
              </a:ext>
            </a:extLst>
          </p:cNvPr>
          <p:cNvSpPr txBox="1"/>
          <p:nvPr/>
        </p:nvSpPr>
        <p:spPr>
          <a:xfrm>
            <a:off x="18062294" y="240193"/>
            <a:ext cx="6070768" cy="369332"/>
          </a:xfrm>
          <a:prstGeom prst="rect">
            <a:avLst/>
          </a:prstGeom>
          <a:noFill/>
        </p:spPr>
        <p:txBody>
          <a:bodyPr wrap="square">
            <a:spAutoFit/>
          </a:bodyPr>
          <a:lstStyle/>
          <a:p>
            <a:pPr algn="r"/>
            <a:r>
              <a:rPr lang="en-US" sz="1800" kern="0" dirty="0">
                <a:solidFill>
                  <a:schemeClr val="tx2"/>
                </a:solidFill>
                <a:latin typeface="Montserrat" pitchFamily="2" charset="77"/>
              </a:rPr>
              <a:t>PROPRIETARY AND CONFIDENTIAL</a:t>
            </a:r>
            <a:endParaRPr lang="en-US" dirty="0">
              <a:solidFill>
                <a:schemeClr val="tx2"/>
              </a:solidFill>
              <a:latin typeface="Montserrat" pitchFamily="2" charset="77"/>
            </a:endParaRPr>
          </a:p>
        </p:txBody>
      </p:sp>
      <p:sp>
        <p:nvSpPr>
          <p:cNvPr id="13" name="Rounded Rectangle 39">
            <a:hlinkClick r:id="rId5"/>
            <a:extLst>
              <a:ext uri="{FF2B5EF4-FFF2-40B4-BE49-F238E27FC236}">
                <a16:creationId xmlns:a16="http://schemas.microsoft.com/office/drawing/2014/main" id="{5A3A36CB-A2E2-F180-4B8B-6F475E05DA5A}"/>
              </a:ext>
            </a:extLst>
          </p:cNvPr>
          <p:cNvSpPr/>
          <p:nvPr/>
        </p:nvSpPr>
        <p:spPr>
          <a:xfrm>
            <a:off x="2761654" y="11523550"/>
            <a:ext cx="618089" cy="618089"/>
          </a:xfrm>
          <a:custGeom>
            <a:avLst/>
            <a:gdLst/>
            <a:ahLst/>
            <a:cxnLst/>
            <a:rect l="l" t="t" r="r" b="b"/>
            <a:pathLst>
              <a:path w="720000" h="720000">
                <a:moveTo>
                  <a:pt x="432774" y="374766"/>
                </a:moveTo>
                <a:lnTo>
                  <a:pt x="356410" y="443079"/>
                </a:lnTo>
                <a:lnTo>
                  <a:pt x="284362" y="376738"/>
                </a:lnTo>
                <a:lnTo>
                  <a:pt x="113898" y="532449"/>
                </a:lnTo>
                <a:lnTo>
                  <a:pt x="607054" y="532449"/>
                </a:lnTo>
                <a:close/>
                <a:moveTo>
                  <a:pt x="602842" y="222629"/>
                </a:moveTo>
                <a:lnTo>
                  <a:pt x="465239" y="345724"/>
                </a:lnTo>
                <a:lnTo>
                  <a:pt x="445928" y="363784"/>
                </a:lnTo>
                <a:lnTo>
                  <a:pt x="602842" y="510538"/>
                </a:lnTo>
                <a:close/>
                <a:moveTo>
                  <a:pt x="112511" y="218501"/>
                </a:moveTo>
                <a:lnTo>
                  <a:pt x="112511" y="508421"/>
                </a:lnTo>
                <a:lnTo>
                  <a:pt x="268715" y="362330"/>
                </a:lnTo>
                <a:close/>
                <a:moveTo>
                  <a:pt x="113462" y="187552"/>
                </a:moveTo>
                <a:lnTo>
                  <a:pt x="356909" y="411714"/>
                </a:lnTo>
                <a:lnTo>
                  <a:pt x="607490" y="187552"/>
                </a:lnTo>
                <a:close/>
                <a:moveTo>
                  <a:pt x="72374" y="0"/>
                </a:moveTo>
                <a:lnTo>
                  <a:pt x="647626" y="0"/>
                </a:lnTo>
                <a:cubicBezTo>
                  <a:pt x="687597" y="0"/>
                  <a:pt x="720000" y="32403"/>
                  <a:pt x="720000" y="72374"/>
                </a:cubicBezTo>
                <a:lnTo>
                  <a:pt x="720000" y="647626"/>
                </a:lnTo>
                <a:cubicBezTo>
                  <a:pt x="720000" y="687597"/>
                  <a:pt x="687597" y="720000"/>
                  <a:pt x="647626" y="720000"/>
                </a:cubicBezTo>
                <a:lnTo>
                  <a:pt x="72374" y="720000"/>
                </a:lnTo>
                <a:cubicBezTo>
                  <a:pt x="32403" y="720000"/>
                  <a:pt x="0" y="687597"/>
                  <a:pt x="0" y="647626"/>
                </a:cubicBezTo>
                <a:lnTo>
                  <a:pt x="0" y="72374"/>
                </a:lnTo>
                <a:cubicBezTo>
                  <a:pt x="0" y="32403"/>
                  <a:pt x="32403" y="0"/>
                  <a:pt x="72374" y="0"/>
                </a:cubicBezTo>
                <a:close/>
              </a:path>
            </a:pathLst>
          </a:custGeom>
          <a:solidFill>
            <a:srgbClr val="2A6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sz="3599" dirty="0">
              <a:solidFill>
                <a:schemeClr val="tx2"/>
              </a:solidFill>
            </a:endParaRPr>
          </a:p>
        </p:txBody>
      </p:sp>
      <p:sp>
        <p:nvSpPr>
          <p:cNvPr id="14" name="Rounded Rectangle 8">
            <a:hlinkClick r:id="rId6"/>
            <a:extLst>
              <a:ext uri="{FF2B5EF4-FFF2-40B4-BE49-F238E27FC236}">
                <a16:creationId xmlns:a16="http://schemas.microsoft.com/office/drawing/2014/main" id="{642A89DD-FACC-1B24-19B5-FBDB901AAAB8}"/>
              </a:ext>
            </a:extLst>
          </p:cNvPr>
          <p:cNvSpPr/>
          <p:nvPr/>
        </p:nvSpPr>
        <p:spPr>
          <a:xfrm>
            <a:off x="3578320" y="11523549"/>
            <a:ext cx="642113" cy="618091"/>
          </a:xfrm>
          <a:custGeom>
            <a:avLst/>
            <a:gdLst>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688485 w 3888432"/>
              <a:gd name="connsiteY5" fmla="*/ 147563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2688485 w 3888432"/>
              <a:gd name="connsiteY17" fmla="*/ 1475633 h 3960440"/>
              <a:gd name="connsiteX18" fmla="*/ 878058 w 3888432"/>
              <a:gd name="connsiteY18" fmla="*/ 648072 h 3960440"/>
              <a:gd name="connsiteX19" fmla="*/ 554477 w 3888432"/>
              <a:gd name="connsiteY19" fmla="*/ 971653 h 3960440"/>
              <a:gd name="connsiteX20" fmla="*/ 878058 w 3888432"/>
              <a:gd name="connsiteY20" fmla="*/ 1295234 h 3960440"/>
              <a:gd name="connsiteX21" fmla="*/ 1201639 w 3888432"/>
              <a:gd name="connsiteY21" fmla="*/ 971653 h 3960440"/>
              <a:gd name="connsiteX22" fmla="*/ 878058 w 3888432"/>
              <a:gd name="connsiteY22" fmla="*/ 648072 h 3960440"/>
              <a:gd name="connsiteX23" fmla="*/ 333511 w 3888432"/>
              <a:gd name="connsiteY23" fmla="*/ 0 h 3960440"/>
              <a:gd name="connsiteX24" fmla="*/ 3554921 w 3888432"/>
              <a:gd name="connsiteY24" fmla="*/ 0 h 3960440"/>
              <a:gd name="connsiteX25" fmla="*/ 3888432 w 3888432"/>
              <a:gd name="connsiteY25" fmla="*/ 333511 h 3960440"/>
              <a:gd name="connsiteX26" fmla="*/ 3888432 w 3888432"/>
              <a:gd name="connsiteY26" fmla="*/ 3626929 h 3960440"/>
              <a:gd name="connsiteX27" fmla="*/ 3554921 w 3888432"/>
              <a:gd name="connsiteY27" fmla="*/ 3960440 h 3960440"/>
              <a:gd name="connsiteX28" fmla="*/ 333511 w 3888432"/>
              <a:gd name="connsiteY28" fmla="*/ 3960440 h 3960440"/>
              <a:gd name="connsiteX29" fmla="*/ 0 w 3888432"/>
              <a:gd name="connsiteY29" fmla="*/ 3626929 h 3960440"/>
              <a:gd name="connsiteX30" fmla="*/ 0 w 3888432"/>
              <a:gd name="connsiteY30" fmla="*/ 333511 h 3960440"/>
              <a:gd name="connsiteX31" fmla="*/ 333511 w 3888432"/>
              <a:gd name="connsiteY31"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36833 w 3888432"/>
              <a:gd name="connsiteY11" fmla="*/ 2084121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 name="connsiteX0" fmla="*/ 554477 w 3888432"/>
              <a:gd name="connsiteY0" fmla="*/ 1512168 h 3960440"/>
              <a:gd name="connsiteX1" fmla="*/ 554477 w 3888432"/>
              <a:gd name="connsiteY1" fmla="*/ 3312368 h 3960440"/>
              <a:gd name="connsiteX2" fmla="*/ 1201638 w 3888432"/>
              <a:gd name="connsiteY2" fmla="*/ 3312368 h 3960440"/>
              <a:gd name="connsiteX3" fmla="*/ 1201638 w 3888432"/>
              <a:gd name="connsiteY3" fmla="*/ 1512168 h 3960440"/>
              <a:gd name="connsiteX4" fmla="*/ 554477 w 3888432"/>
              <a:gd name="connsiteY4" fmla="*/ 1512168 h 3960440"/>
              <a:gd name="connsiteX5" fmla="*/ 2840340 w 3888432"/>
              <a:gd name="connsiteY5" fmla="*/ 1479943 h 3960440"/>
              <a:gd name="connsiteX6" fmla="*/ 2136833 w 3888432"/>
              <a:gd name="connsiteY6" fmla="*/ 1785510 h 3960440"/>
              <a:gd name="connsiteX7" fmla="*/ 2136833 w 3888432"/>
              <a:gd name="connsiteY7" fmla="*/ 1510185 h 3960440"/>
              <a:gd name="connsiteX8" fmla="*/ 1489672 w 3888432"/>
              <a:gd name="connsiteY8" fmla="*/ 1510185 h 3960440"/>
              <a:gd name="connsiteX9" fmla="*/ 1489672 w 3888432"/>
              <a:gd name="connsiteY9" fmla="*/ 3310385 h 3960440"/>
              <a:gd name="connsiteX10" fmla="*/ 2136833 w 3888432"/>
              <a:gd name="connsiteY10" fmla="*/ 3310385 h 3960440"/>
              <a:gd name="connsiteX11" fmla="*/ 2147184 w 3888432"/>
              <a:gd name="connsiteY11" fmla="*/ 2155564 h 3960440"/>
              <a:gd name="connsiteX12" fmla="*/ 2673919 w 3888432"/>
              <a:gd name="connsiteY12" fmla="*/ 2138897 h 3960440"/>
              <a:gd name="connsiteX13" fmla="*/ 2679688 w 3888432"/>
              <a:gd name="connsiteY13" fmla="*/ 3312366 h 3960440"/>
              <a:gd name="connsiteX14" fmla="*/ 3326849 w 3888432"/>
              <a:gd name="connsiteY14" fmla="*/ 3312366 h 3960440"/>
              <a:gd name="connsiteX15" fmla="*/ 3333768 w 3888432"/>
              <a:gd name="connsiteY15" fmla="*/ 2128613 h 3960440"/>
              <a:gd name="connsiteX16" fmla="*/ 2840340 w 3888432"/>
              <a:gd name="connsiteY16" fmla="*/ 1479943 h 3960440"/>
              <a:gd name="connsiteX17" fmla="*/ 878058 w 3888432"/>
              <a:gd name="connsiteY17" fmla="*/ 648072 h 3960440"/>
              <a:gd name="connsiteX18" fmla="*/ 554477 w 3888432"/>
              <a:gd name="connsiteY18" fmla="*/ 971653 h 3960440"/>
              <a:gd name="connsiteX19" fmla="*/ 878058 w 3888432"/>
              <a:gd name="connsiteY19" fmla="*/ 1295234 h 3960440"/>
              <a:gd name="connsiteX20" fmla="*/ 1201639 w 3888432"/>
              <a:gd name="connsiteY20" fmla="*/ 971653 h 3960440"/>
              <a:gd name="connsiteX21" fmla="*/ 878058 w 3888432"/>
              <a:gd name="connsiteY21" fmla="*/ 648072 h 3960440"/>
              <a:gd name="connsiteX22" fmla="*/ 333511 w 3888432"/>
              <a:gd name="connsiteY22" fmla="*/ 0 h 3960440"/>
              <a:gd name="connsiteX23" fmla="*/ 3554921 w 3888432"/>
              <a:gd name="connsiteY23" fmla="*/ 0 h 3960440"/>
              <a:gd name="connsiteX24" fmla="*/ 3888432 w 3888432"/>
              <a:gd name="connsiteY24" fmla="*/ 333511 h 3960440"/>
              <a:gd name="connsiteX25" fmla="*/ 3888432 w 3888432"/>
              <a:gd name="connsiteY25" fmla="*/ 3626929 h 3960440"/>
              <a:gd name="connsiteX26" fmla="*/ 3554921 w 3888432"/>
              <a:gd name="connsiteY26" fmla="*/ 3960440 h 3960440"/>
              <a:gd name="connsiteX27" fmla="*/ 333511 w 3888432"/>
              <a:gd name="connsiteY27" fmla="*/ 3960440 h 3960440"/>
              <a:gd name="connsiteX28" fmla="*/ 0 w 3888432"/>
              <a:gd name="connsiteY28" fmla="*/ 3626929 h 3960440"/>
              <a:gd name="connsiteX29" fmla="*/ 0 w 3888432"/>
              <a:gd name="connsiteY29" fmla="*/ 333511 h 3960440"/>
              <a:gd name="connsiteX30" fmla="*/ 333511 w 3888432"/>
              <a:gd name="connsiteY30" fmla="*/ 0 h 3960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888432" h="3960440">
                <a:moveTo>
                  <a:pt x="554477" y="1512168"/>
                </a:moveTo>
                <a:lnTo>
                  <a:pt x="554477" y="3312368"/>
                </a:lnTo>
                <a:lnTo>
                  <a:pt x="1201638" y="3312368"/>
                </a:lnTo>
                <a:lnTo>
                  <a:pt x="1201638" y="1512168"/>
                </a:lnTo>
                <a:lnTo>
                  <a:pt x="554477" y="1512168"/>
                </a:lnTo>
                <a:close/>
                <a:moveTo>
                  <a:pt x="2840340" y="1479943"/>
                </a:moveTo>
                <a:cubicBezTo>
                  <a:pt x="2293254" y="1484797"/>
                  <a:pt x="2254084" y="1780470"/>
                  <a:pt x="2136833" y="1785510"/>
                </a:cubicBezTo>
                <a:lnTo>
                  <a:pt x="2136833" y="1510185"/>
                </a:lnTo>
                <a:lnTo>
                  <a:pt x="1489672" y="1510185"/>
                </a:lnTo>
                <a:lnTo>
                  <a:pt x="1489672" y="3310385"/>
                </a:lnTo>
                <a:lnTo>
                  <a:pt x="2136833" y="3310385"/>
                </a:lnTo>
                <a:cubicBezTo>
                  <a:pt x="2140283" y="2925445"/>
                  <a:pt x="2133383" y="2560917"/>
                  <a:pt x="2147184" y="2155564"/>
                </a:cubicBezTo>
                <a:cubicBezTo>
                  <a:pt x="2187272" y="1842063"/>
                  <a:pt x="2668986" y="1938990"/>
                  <a:pt x="2673919" y="2138897"/>
                </a:cubicBezTo>
                <a:lnTo>
                  <a:pt x="2679688" y="3312366"/>
                </a:lnTo>
                <a:lnTo>
                  <a:pt x="3326849" y="3312366"/>
                </a:lnTo>
                <a:cubicBezTo>
                  <a:pt x="3329155" y="2917782"/>
                  <a:pt x="3331462" y="2523197"/>
                  <a:pt x="3333768" y="2128613"/>
                </a:cubicBezTo>
                <a:cubicBezTo>
                  <a:pt x="3339026" y="1942962"/>
                  <a:pt x="3184753" y="1475890"/>
                  <a:pt x="2840340" y="1479943"/>
                </a:cubicBezTo>
                <a:close/>
                <a:moveTo>
                  <a:pt x="878058" y="648072"/>
                </a:moveTo>
                <a:cubicBezTo>
                  <a:pt x="699349" y="648072"/>
                  <a:pt x="554477" y="792944"/>
                  <a:pt x="554477" y="971653"/>
                </a:cubicBezTo>
                <a:cubicBezTo>
                  <a:pt x="554477" y="1150362"/>
                  <a:pt x="699349" y="1295234"/>
                  <a:pt x="878058" y="1295234"/>
                </a:cubicBezTo>
                <a:cubicBezTo>
                  <a:pt x="1056767" y="1295234"/>
                  <a:pt x="1201639" y="1150362"/>
                  <a:pt x="1201639" y="971653"/>
                </a:cubicBezTo>
                <a:cubicBezTo>
                  <a:pt x="1201639" y="792944"/>
                  <a:pt x="1056767" y="648072"/>
                  <a:pt x="878058" y="648072"/>
                </a:cubicBezTo>
                <a:close/>
                <a:moveTo>
                  <a:pt x="333511" y="0"/>
                </a:moveTo>
                <a:lnTo>
                  <a:pt x="3554921" y="0"/>
                </a:lnTo>
                <a:cubicBezTo>
                  <a:pt x="3739114" y="0"/>
                  <a:pt x="3888432" y="149318"/>
                  <a:pt x="3888432" y="333511"/>
                </a:cubicBezTo>
                <a:lnTo>
                  <a:pt x="3888432" y="3626929"/>
                </a:lnTo>
                <a:cubicBezTo>
                  <a:pt x="3888432" y="3811122"/>
                  <a:pt x="3739114" y="3960440"/>
                  <a:pt x="3554921" y="3960440"/>
                </a:cubicBezTo>
                <a:lnTo>
                  <a:pt x="333511" y="3960440"/>
                </a:lnTo>
                <a:cubicBezTo>
                  <a:pt x="149318" y="3960440"/>
                  <a:pt x="0" y="3811122"/>
                  <a:pt x="0" y="3626929"/>
                </a:cubicBezTo>
                <a:lnTo>
                  <a:pt x="0" y="333511"/>
                </a:lnTo>
                <a:cubicBezTo>
                  <a:pt x="0" y="149318"/>
                  <a:pt x="149318" y="0"/>
                  <a:pt x="333511" y="0"/>
                </a:cubicBezTo>
                <a:close/>
              </a:path>
            </a:pathLst>
          </a:custGeom>
          <a:solidFill>
            <a:srgbClr val="2A60A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32" tIns="91416" rIns="182832" bIns="91416" numCol="1" spcCol="0" rtlCol="0" fromWordArt="0" anchor="ctr" anchorCtr="0" forceAA="0" compatLnSpc="1">
            <a:prstTxWarp prst="textNoShape">
              <a:avLst/>
            </a:prstTxWarp>
            <a:noAutofit/>
          </a:bodyPr>
          <a:lstStyle/>
          <a:p>
            <a:pPr algn="ctr"/>
            <a:endParaRPr lang="ko-KR" altLang="en-US" sz="5399">
              <a:solidFill>
                <a:schemeClr val="tx2"/>
              </a:solidFill>
            </a:endParaRPr>
          </a:p>
        </p:txBody>
      </p:sp>
    </p:spTree>
    <p:extLst>
      <p:ext uri="{BB962C8B-B14F-4D97-AF65-F5344CB8AC3E}">
        <p14:creationId xmlns:p14="http://schemas.microsoft.com/office/powerpoint/2010/main" val="138914017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theme/theme1.xml><?xml version="1.0" encoding="utf-8"?>
<a:theme xmlns:a="http://schemas.openxmlformats.org/drawingml/2006/main" name="Default Theme">
  <a:themeElements>
    <a:clrScheme name="Proposal">
      <a:dk1>
        <a:srgbClr val="7F7F7F"/>
      </a:dk1>
      <a:lt1>
        <a:srgbClr val="FFFFFF"/>
      </a:lt1>
      <a:dk2>
        <a:srgbClr val="000000"/>
      </a:dk2>
      <a:lt2>
        <a:srgbClr val="FFFFFF"/>
      </a:lt2>
      <a:accent1>
        <a:srgbClr val="C3C8D4"/>
      </a:accent1>
      <a:accent2>
        <a:srgbClr val="5B9ABA"/>
      </a:accent2>
      <a:accent3>
        <a:srgbClr val="1A7C7B"/>
      </a:accent3>
      <a:accent4>
        <a:srgbClr val="91969B"/>
      </a:accent4>
      <a:accent5>
        <a:srgbClr val="4B5050"/>
      </a:accent5>
      <a:accent6>
        <a:srgbClr val="91969B"/>
      </a:accent6>
      <a:hlink>
        <a:srgbClr val="F33B48"/>
      </a:hlink>
      <a:folHlink>
        <a:srgbClr val="FFC000"/>
      </a:folHlink>
    </a:clrScheme>
    <a:fontScheme name="Custom 1">
      <a:majorFont>
        <a:latin typeface="Lato"/>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69D4087D868A64280E6AC3E8F6B5810" ma:contentTypeVersion="16" ma:contentTypeDescription="Create a new document." ma:contentTypeScope="" ma:versionID="19ce5066adb7177c837793775f08ac4e">
  <xsd:schema xmlns:xsd="http://www.w3.org/2001/XMLSchema" xmlns:xs="http://www.w3.org/2001/XMLSchema" xmlns:p="http://schemas.microsoft.com/office/2006/metadata/properties" xmlns:ns3="8a7bccb3-beae-4419-b3db-1cab465768bb" xmlns:ns4="cb869b95-5ab3-4a39-916d-3764e873700d" targetNamespace="http://schemas.microsoft.com/office/2006/metadata/properties" ma:root="true" ma:fieldsID="dafda3dc490bc354a25ce718f6532464" ns3:_="" ns4:_="">
    <xsd:import namespace="8a7bccb3-beae-4419-b3db-1cab465768bb"/>
    <xsd:import namespace="cb869b95-5ab3-4a39-916d-3764e873700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_activity" minOccurs="0"/>
                <xsd:element ref="ns3:MediaLengthInSeconds" minOccurs="0"/>
                <xsd:element ref="ns3:MediaServiceDateTaken" minOccurs="0"/>
                <xsd:element ref="ns3:MediaServiceLocation"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a7bccb3-beae-4419-b3db-1cab465768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9" nillable="true" ma:displayName="_activity" ma:hidden="true" ma:internalName="_activity">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b869b95-5ab3-4a39-916d-3764e873700d"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SharingHintHash" ma:index="18"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8a7bccb3-beae-4419-b3db-1cab465768bb" xsi:nil="true"/>
  </documentManagement>
</p:properties>
</file>

<file path=customXml/itemProps1.xml><?xml version="1.0" encoding="utf-8"?>
<ds:datastoreItem xmlns:ds="http://schemas.openxmlformats.org/officeDocument/2006/customXml" ds:itemID="{76625791-EAEA-4E46-A8DF-FF1F12083432}">
  <ds:schemaRefs>
    <ds:schemaRef ds:uri="http://schemas.microsoft.com/sharepoint/v3/contenttype/forms"/>
  </ds:schemaRefs>
</ds:datastoreItem>
</file>

<file path=customXml/itemProps2.xml><?xml version="1.0" encoding="utf-8"?>
<ds:datastoreItem xmlns:ds="http://schemas.openxmlformats.org/officeDocument/2006/customXml" ds:itemID="{983F60C5-FD4F-443A-95D3-CB2F80EA1D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a7bccb3-beae-4419-b3db-1cab465768bb"/>
    <ds:schemaRef ds:uri="cb869b95-5ab3-4a39-916d-3764e873700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13C243-1230-4286-85EF-65A8B17103B3}">
  <ds:schemaRefs>
    <ds:schemaRef ds:uri="http://schemas.microsoft.com/office/infopath/2007/PartnerControls"/>
    <ds:schemaRef ds:uri="http://schemas.microsoft.com/office/2006/documentManagement/types"/>
    <ds:schemaRef ds:uri="http://www.w3.org/XML/1998/namespace"/>
    <ds:schemaRef ds:uri="http://purl.org/dc/elements/1.1/"/>
    <ds:schemaRef ds:uri="cb869b95-5ab3-4a39-916d-3764e873700d"/>
    <ds:schemaRef ds:uri="http://schemas.microsoft.com/office/2006/metadata/properties"/>
    <ds:schemaRef ds:uri="http://purl.org/dc/terms/"/>
    <ds:schemaRef ds:uri="http://schemas.openxmlformats.org/package/2006/metadata/core-properties"/>
    <ds:schemaRef ds:uri="8a7bccb3-beae-4419-b3db-1cab465768bb"/>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80197</TotalTime>
  <Words>483</Words>
  <Application>Microsoft Office PowerPoint</Application>
  <PresentationFormat>Custom</PresentationFormat>
  <Paragraphs>65</Paragraphs>
  <Slides>3</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vt:i4>
      </vt:variant>
    </vt:vector>
  </HeadingPairs>
  <TitlesOfParts>
    <vt:vector size="12" baseType="lpstr">
      <vt:lpstr>Arial</vt:lpstr>
      <vt:lpstr>Calibri</vt:lpstr>
      <vt:lpstr>Calibri Light</vt:lpstr>
      <vt:lpstr>Charter Roman</vt:lpstr>
      <vt:lpstr>Lato Light</vt:lpstr>
      <vt:lpstr>Montserrat</vt:lpstr>
      <vt:lpstr>Montserrat Medium</vt:lpstr>
      <vt:lpstr>Montserrat SemiBold</vt:lpstr>
      <vt:lpstr>Default Theme</vt:lpstr>
      <vt:lpstr>PowerPoint Presentation</vt:lpstr>
      <vt:lpstr>PowerPoint Presentation</vt:lpstr>
      <vt:lpstr>PowerPoint Presentation</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Аларон</dc:creator>
  <cp:lastModifiedBy>Tom Sherrard</cp:lastModifiedBy>
  <cp:revision>8408</cp:revision>
  <dcterms:created xsi:type="dcterms:W3CDTF">2014-11-12T21:47:38Z</dcterms:created>
  <dcterms:modified xsi:type="dcterms:W3CDTF">2025-12-16T19:32:39Z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0x010100969D4087D868A64280E6AC3E8F6B5810</vt:lpwstr>
  </property>
</Properties>
</file>